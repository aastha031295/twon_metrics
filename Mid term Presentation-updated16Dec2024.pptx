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notesMasterIdLst>
    <p:notesMasterId r:id="rId23"/>
  </p:notesMasterIdLst>
  <p:handoutMasterIdLst>
    <p:handoutMasterId r:id="rId24"/>
  </p:handoutMasterIdLst>
  <p:sldIdLst>
    <p:sldId id="298" r:id="rId5"/>
    <p:sldId id="313" r:id="rId6"/>
    <p:sldId id="312" r:id="rId7"/>
    <p:sldId id="288" r:id="rId8"/>
    <p:sldId id="322" r:id="rId9"/>
    <p:sldId id="321" r:id="rId10"/>
    <p:sldId id="316" r:id="rId11"/>
    <p:sldId id="290" r:id="rId12"/>
    <p:sldId id="291" r:id="rId13"/>
    <p:sldId id="317" r:id="rId14"/>
    <p:sldId id="323" r:id="rId15"/>
    <p:sldId id="294" r:id="rId16"/>
    <p:sldId id="295" r:id="rId17"/>
    <p:sldId id="296" r:id="rId18"/>
    <p:sldId id="306" r:id="rId19"/>
    <p:sldId id="319" r:id="rId20"/>
    <p:sldId id="320" r:id="rId21"/>
    <p:sldId id="28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75" autoAdjust="0"/>
    <p:restoredTop sz="94652" autoAdjust="0"/>
  </p:normalViewPr>
  <p:slideViewPr>
    <p:cSldViewPr snapToGrid="0" showGuides="1">
      <p:cViewPr varScale="1">
        <p:scale>
          <a:sx n="84" d="100"/>
          <a:sy n="84" d="100"/>
        </p:scale>
        <p:origin x="319" y="31"/>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401EBE-F24F-4545-BADF-10E24EEA745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751FC3E-9178-41C3-8759-433A3E77802F}">
      <dgm:prSet custT="1"/>
      <dgm:spPr/>
      <dgm:t>
        <a:bodyPr/>
        <a:lstStyle/>
        <a:p>
          <a:r>
            <a:rPr lang="en-US" sz="1800" b="0" i="0" dirty="0">
              <a:solidFill>
                <a:schemeClr val="tx1"/>
              </a:solidFill>
              <a:latin typeface="Calibri" panose="020F0502020204030204" pitchFamily="34" charset="0"/>
              <a:cs typeface="Calibri" panose="020F0502020204030204" pitchFamily="34" charset="0"/>
            </a:rPr>
            <a:t>Hate Speech Spreading Misinformation</a:t>
          </a:r>
          <a:endParaRPr lang="en-US" sz="1800" dirty="0">
            <a:solidFill>
              <a:schemeClr val="tx1"/>
            </a:solidFill>
            <a:latin typeface="Calibri" panose="020F0502020204030204" pitchFamily="34" charset="0"/>
            <a:cs typeface="Calibri" panose="020F0502020204030204" pitchFamily="34" charset="0"/>
          </a:endParaRPr>
        </a:p>
      </dgm:t>
    </dgm:pt>
    <dgm:pt modelId="{80D31704-DDB6-48E5-9F68-10CECE0C54DF}" type="parTrans" cxnId="{EA7AEC76-51D6-479B-8425-912ECFAC7990}">
      <dgm:prSet/>
      <dgm:spPr/>
      <dgm:t>
        <a:bodyPr/>
        <a:lstStyle/>
        <a:p>
          <a:endParaRPr lang="en-US"/>
        </a:p>
      </dgm:t>
    </dgm:pt>
    <dgm:pt modelId="{1A3EDB9C-3F28-4310-95AE-C686618AA392}" type="sibTrans" cxnId="{EA7AEC76-51D6-479B-8425-912ECFAC7990}">
      <dgm:prSet/>
      <dgm:spPr/>
      <dgm:t>
        <a:bodyPr/>
        <a:lstStyle/>
        <a:p>
          <a:endParaRPr lang="en-US"/>
        </a:p>
      </dgm:t>
    </dgm:pt>
    <dgm:pt modelId="{13A3DADA-0C7F-40B6-8EB4-CDC47FAE0754}">
      <dgm:prSet custT="1"/>
      <dgm:spPr/>
      <dgm:t>
        <a:bodyPr/>
        <a:lstStyle/>
        <a:p>
          <a:r>
            <a:rPr lang="en-US" sz="1800" b="0" i="0" dirty="0">
              <a:solidFill>
                <a:schemeClr val="tx1"/>
              </a:solidFill>
              <a:latin typeface="Calibri" panose="020F0502020204030204" pitchFamily="34" charset="0"/>
              <a:cs typeface="Calibri" panose="020F0502020204030204" pitchFamily="34" charset="0"/>
            </a:rPr>
            <a:t>Fake News Amplifies Hate Speech</a:t>
          </a:r>
          <a:endParaRPr lang="en-US" sz="1800" dirty="0">
            <a:solidFill>
              <a:schemeClr val="tx1"/>
            </a:solidFill>
            <a:latin typeface="Calibri" panose="020F0502020204030204" pitchFamily="34" charset="0"/>
            <a:cs typeface="Calibri" panose="020F0502020204030204" pitchFamily="34" charset="0"/>
          </a:endParaRPr>
        </a:p>
      </dgm:t>
    </dgm:pt>
    <dgm:pt modelId="{E5DF0E96-149E-450D-B3A6-17CAACEAA1A5}" type="parTrans" cxnId="{14873B29-B12E-412C-9165-149CD20F6EAB}">
      <dgm:prSet/>
      <dgm:spPr/>
      <dgm:t>
        <a:bodyPr/>
        <a:lstStyle/>
        <a:p>
          <a:endParaRPr lang="en-US"/>
        </a:p>
      </dgm:t>
    </dgm:pt>
    <dgm:pt modelId="{7DA5DE0C-0B75-4992-90A2-D7649896E154}" type="sibTrans" cxnId="{14873B29-B12E-412C-9165-149CD20F6EAB}">
      <dgm:prSet/>
      <dgm:spPr/>
      <dgm:t>
        <a:bodyPr/>
        <a:lstStyle/>
        <a:p>
          <a:endParaRPr lang="en-US"/>
        </a:p>
      </dgm:t>
    </dgm:pt>
    <dgm:pt modelId="{E418CA30-0D86-46A1-8888-3FEC6FA07C9F}">
      <dgm:prSet custT="1"/>
      <dgm:spPr/>
      <dgm:t>
        <a:bodyPr/>
        <a:lstStyle/>
        <a:p>
          <a:r>
            <a:rPr lang="en-US" sz="1800" b="0" i="0" dirty="0">
              <a:solidFill>
                <a:schemeClr val="tx1"/>
              </a:solidFill>
              <a:latin typeface="Calibri" panose="020F0502020204030204" pitchFamily="34" charset="0"/>
              <a:cs typeface="Calibri" panose="020F0502020204030204" pitchFamily="34" charset="0"/>
            </a:rPr>
            <a:t>Toxicity Incites Misinformation and Hate Speech</a:t>
          </a:r>
          <a:endParaRPr lang="en-US" sz="1800" dirty="0">
            <a:latin typeface="Calibri" panose="020F0502020204030204" pitchFamily="34" charset="0"/>
            <a:cs typeface="Calibri" panose="020F0502020204030204" pitchFamily="34" charset="0"/>
          </a:endParaRPr>
        </a:p>
      </dgm:t>
    </dgm:pt>
    <dgm:pt modelId="{76C09950-D9B5-45A1-AB72-2A0D9D7680C9}" type="parTrans" cxnId="{AA0514AC-1C06-4593-9681-9CA8DDF6CA19}">
      <dgm:prSet/>
      <dgm:spPr/>
      <dgm:t>
        <a:bodyPr/>
        <a:lstStyle/>
        <a:p>
          <a:endParaRPr lang="en-US"/>
        </a:p>
      </dgm:t>
    </dgm:pt>
    <dgm:pt modelId="{D2825680-4AE5-4FAB-B573-BDCED2D2DA7A}" type="sibTrans" cxnId="{AA0514AC-1C06-4593-9681-9CA8DDF6CA19}">
      <dgm:prSet/>
      <dgm:spPr/>
      <dgm:t>
        <a:bodyPr/>
        <a:lstStyle/>
        <a:p>
          <a:endParaRPr lang="en-US"/>
        </a:p>
      </dgm:t>
    </dgm:pt>
    <dgm:pt modelId="{45DDCDF9-80DC-457F-8A34-E65D97903C48}" type="pres">
      <dgm:prSet presAssocID="{BB401EBE-F24F-4545-BADF-10E24EEA7457}" presName="root" presStyleCnt="0">
        <dgm:presLayoutVars>
          <dgm:dir/>
          <dgm:resizeHandles val="exact"/>
        </dgm:presLayoutVars>
      </dgm:prSet>
      <dgm:spPr/>
    </dgm:pt>
    <dgm:pt modelId="{568E087C-C175-439F-AD80-9896FA7181F6}" type="pres">
      <dgm:prSet presAssocID="{7751FC3E-9178-41C3-8759-433A3E77802F}" presName="compNode" presStyleCnt="0"/>
      <dgm:spPr/>
    </dgm:pt>
    <dgm:pt modelId="{0FDC783E-7882-43AC-9EB7-CA89061F43CE}" type="pres">
      <dgm:prSet presAssocID="{7751FC3E-9178-41C3-8759-433A3E77802F}" presName="bgRect" presStyleLbl="bgShp" presStyleIdx="0" presStyleCnt="3" custLinFactNeighborX="68608" custLinFactNeighborY="-1030"/>
      <dgm:spPr/>
    </dgm:pt>
    <dgm:pt modelId="{B6D875EE-DCC2-4DCA-82D4-014129F8BF60}" type="pres">
      <dgm:prSet presAssocID="{7751FC3E-9178-41C3-8759-433A3E77802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ngry Face with No Fill"/>
        </a:ext>
      </dgm:extLst>
    </dgm:pt>
    <dgm:pt modelId="{51E2E1AD-4982-4D0E-B0B6-329740441FAE}" type="pres">
      <dgm:prSet presAssocID="{7751FC3E-9178-41C3-8759-433A3E77802F}" presName="spaceRect" presStyleCnt="0"/>
      <dgm:spPr/>
    </dgm:pt>
    <dgm:pt modelId="{4AB4695F-A487-4C37-B410-1E6ACB640928}" type="pres">
      <dgm:prSet presAssocID="{7751FC3E-9178-41C3-8759-433A3E77802F}" presName="parTx" presStyleLbl="revTx" presStyleIdx="0" presStyleCnt="3">
        <dgm:presLayoutVars>
          <dgm:chMax val="0"/>
          <dgm:chPref val="0"/>
        </dgm:presLayoutVars>
      </dgm:prSet>
      <dgm:spPr/>
    </dgm:pt>
    <dgm:pt modelId="{452C86F4-B8B4-4DD0-B5E4-803959076BB5}" type="pres">
      <dgm:prSet presAssocID="{1A3EDB9C-3F28-4310-95AE-C686618AA392}" presName="sibTrans" presStyleCnt="0"/>
      <dgm:spPr/>
    </dgm:pt>
    <dgm:pt modelId="{EDCB09B0-CFD1-4318-97A5-FA8A283E12D0}" type="pres">
      <dgm:prSet presAssocID="{13A3DADA-0C7F-40B6-8EB4-CDC47FAE0754}" presName="compNode" presStyleCnt="0"/>
      <dgm:spPr/>
    </dgm:pt>
    <dgm:pt modelId="{EDF5DF93-0734-4CE8-9DC0-B2BBE7841928}" type="pres">
      <dgm:prSet presAssocID="{13A3DADA-0C7F-40B6-8EB4-CDC47FAE0754}" presName="bgRect" presStyleLbl="bgShp" presStyleIdx="1" presStyleCnt="3"/>
      <dgm:spPr/>
    </dgm:pt>
    <dgm:pt modelId="{4A7111F1-2E83-4B28-874A-552D3C9D6C19}" type="pres">
      <dgm:prSet presAssocID="{13A3DADA-0C7F-40B6-8EB4-CDC47FAE075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wspaper"/>
        </a:ext>
      </dgm:extLst>
    </dgm:pt>
    <dgm:pt modelId="{4A6709CE-A4F3-456F-9E7B-669952F45114}" type="pres">
      <dgm:prSet presAssocID="{13A3DADA-0C7F-40B6-8EB4-CDC47FAE0754}" presName="spaceRect" presStyleCnt="0"/>
      <dgm:spPr/>
    </dgm:pt>
    <dgm:pt modelId="{72D50B35-D723-455C-9B4E-81A1CAFBEEA1}" type="pres">
      <dgm:prSet presAssocID="{13A3DADA-0C7F-40B6-8EB4-CDC47FAE0754}" presName="parTx" presStyleLbl="revTx" presStyleIdx="1" presStyleCnt="3">
        <dgm:presLayoutVars>
          <dgm:chMax val="0"/>
          <dgm:chPref val="0"/>
        </dgm:presLayoutVars>
      </dgm:prSet>
      <dgm:spPr/>
    </dgm:pt>
    <dgm:pt modelId="{3635B968-1D31-481F-9243-70B50565A816}" type="pres">
      <dgm:prSet presAssocID="{7DA5DE0C-0B75-4992-90A2-D7649896E154}" presName="sibTrans" presStyleCnt="0"/>
      <dgm:spPr/>
    </dgm:pt>
    <dgm:pt modelId="{AF38D95D-DD24-4137-9B81-C710925BBB57}" type="pres">
      <dgm:prSet presAssocID="{E418CA30-0D86-46A1-8888-3FEC6FA07C9F}" presName="compNode" presStyleCnt="0"/>
      <dgm:spPr/>
    </dgm:pt>
    <dgm:pt modelId="{EA7565F0-4B58-4123-963C-CDE7A9F3D09C}" type="pres">
      <dgm:prSet presAssocID="{E418CA30-0D86-46A1-8888-3FEC6FA07C9F}" presName="bgRect" presStyleLbl="bgShp" presStyleIdx="2" presStyleCnt="3"/>
      <dgm:spPr/>
    </dgm:pt>
    <dgm:pt modelId="{28AA3530-ABAD-49C5-8C5D-2454B8CA0972}" type="pres">
      <dgm:prSet presAssocID="{E418CA30-0D86-46A1-8888-3FEC6FA07C9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kull"/>
        </a:ext>
      </dgm:extLst>
    </dgm:pt>
    <dgm:pt modelId="{0556D3AA-0F24-4489-B4AE-C1ABC2B1BD45}" type="pres">
      <dgm:prSet presAssocID="{E418CA30-0D86-46A1-8888-3FEC6FA07C9F}" presName="spaceRect" presStyleCnt="0"/>
      <dgm:spPr/>
    </dgm:pt>
    <dgm:pt modelId="{CF8D5A1F-BB74-4BBB-9992-6A357ED83E19}" type="pres">
      <dgm:prSet presAssocID="{E418CA30-0D86-46A1-8888-3FEC6FA07C9F}" presName="parTx" presStyleLbl="revTx" presStyleIdx="2" presStyleCnt="3">
        <dgm:presLayoutVars>
          <dgm:chMax val="0"/>
          <dgm:chPref val="0"/>
        </dgm:presLayoutVars>
      </dgm:prSet>
      <dgm:spPr/>
    </dgm:pt>
  </dgm:ptLst>
  <dgm:cxnLst>
    <dgm:cxn modelId="{EDEDB10D-AF68-4BDD-AE0A-9C9D456E320C}" type="presOf" srcId="{E418CA30-0D86-46A1-8888-3FEC6FA07C9F}" destId="{CF8D5A1F-BB74-4BBB-9992-6A357ED83E19}" srcOrd="0" destOrd="0" presId="urn:microsoft.com/office/officeart/2018/2/layout/IconVerticalSolidList"/>
    <dgm:cxn modelId="{14873B29-B12E-412C-9165-149CD20F6EAB}" srcId="{BB401EBE-F24F-4545-BADF-10E24EEA7457}" destId="{13A3DADA-0C7F-40B6-8EB4-CDC47FAE0754}" srcOrd="1" destOrd="0" parTransId="{E5DF0E96-149E-450D-B3A6-17CAACEAA1A5}" sibTransId="{7DA5DE0C-0B75-4992-90A2-D7649896E154}"/>
    <dgm:cxn modelId="{EA7AEC76-51D6-479B-8425-912ECFAC7990}" srcId="{BB401EBE-F24F-4545-BADF-10E24EEA7457}" destId="{7751FC3E-9178-41C3-8759-433A3E77802F}" srcOrd="0" destOrd="0" parTransId="{80D31704-DDB6-48E5-9F68-10CECE0C54DF}" sibTransId="{1A3EDB9C-3F28-4310-95AE-C686618AA392}"/>
    <dgm:cxn modelId="{AA0514AC-1C06-4593-9681-9CA8DDF6CA19}" srcId="{BB401EBE-F24F-4545-BADF-10E24EEA7457}" destId="{E418CA30-0D86-46A1-8888-3FEC6FA07C9F}" srcOrd="2" destOrd="0" parTransId="{76C09950-D9B5-45A1-AB72-2A0D9D7680C9}" sibTransId="{D2825680-4AE5-4FAB-B573-BDCED2D2DA7A}"/>
    <dgm:cxn modelId="{6D14C5B6-E4D2-4394-AD3A-F429E768E3C0}" type="presOf" srcId="{13A3DADA-0C7F-40B6-8EB4-CDC47FAE0754}" destId="{72D50B35-D723-455C-9B4E-81A1CAFBEEA1}" srcOrd="0" destOrd="0" presId="urn:microsoft.com/office/officeart/2018/2/layout/IconVerticalSolidList"/>
    <dgm:cxn modelId="{74F6FED8-DF43-4E6C-B89C-0A47EE84146A}" type="presOf" srcId="{7751FC3E-9178-41C3-8759-433A3E77802F}" destId="{4AB4695F-A487-4C37-B410-1E6ACB640928}" srcOrd="0" destOrd="0" presId="urn:microsoft.com/office/officeart/2018/2/layout/IconVerticalSolidList"/>
    <dgm:cxn modelId="{FF1F17FE-8617-4B74-B57C-BF30E7AB4521}" type="presOf" srcId="{BB401EBE-F24F-4545-BADF-10E24EEA7457}" destId="{45DDCDF9-80DC-457F-8A34-E65D97903C48}" srcOrd="0" destOrd="0" presId="urn:microsoft.com/office/officeart/2018/2/layout/IconVerticalSolidList"/>
    <dgm:cxn modelId="{0D2A7CDB-AE24-4B50-8A29-1C15E4E8FAFD}" type="presParOf" srcId="{45DDCDF9-80DC-457F-8A34-E65D97903C48}" destId="{568E087C-C175-439F-AD80-9896FA7181F6}" srcOrd="0" destOrd="0" presId="urn:microsoft.com/office/officeart/2018/2/layout/IconVerticalSolidList"/>
    <dgm:cxn modelId="{7936CA79-8F97-4D77-AF5C-9E9C8CDF3C06}" type="presParOf" srcId="{568E087C-C175-439F-AD80-9896FA7181F6}" destId="{0FDC783E-7882-43AC-9EB7-CA89061F43CE}" srcOrd="0" destOrd="0" presId="urn:microsoft.com/office/officeart/2018/2/layout/IconVerticalSolidList"/>
    <dgm:cxn modelId="{152DD08A-54C7-4371-9080-188C683771A9}" type="presParOf" srcId="{568E087C-C175-439F-AD80-9896FA7181F6}" destId="{B6D875EE-DCC2-4DCA-82D4-014129F8BF60}" srcOrd="1" destOrd="0" presId="urn:microsoft.com/office/officeart/2018/2/layout/IconVerticalSolidList"/>
    <dgm:cxn modelId="{8413D2CC-9B76-433D-A813-758B85D0ED51}" type="presParOf" srcId="{568E087C-C175-439F-AD80-9896FA7181F6}" destId="{51E2E1AD-4982-4D0E-B0B6-329740441FAE}" srcOrd="2" destOrd="0" presId="urn:microsoft.com/office/officeart/2018/2/layout/IconVerticalSolidList"/>
    <dgm:cxn modelId="{DCAF0E77-82A4-43CF-A949-CC47406FD97F}" type="presParOf" srcId="{568E087C-C175-439F-AD80-9896FA7181F6}" destId="{4AB4695F-A487-4C37-B410-1E6ACB640928}" srcOrd="3" destOrd="0" presId="urn:microsoft.com/office/officeart/2018/2/layout/IconVerticalSolidList"/>
    <dgm:cxn modelId="{495BCD3F-1BA7-4B80-AF3F-3891954A325E}" type="presParOf" srcId="{45DDCDF9-80DC-457F-8A34-E65D97903C48}" destId="{452C86F4-B8B4-4DD0-B5E4-803959076BB5}" srcOrd="1" destOrd="0" presId="urn:microsoft.com/office/officeart/2018/2/layout/IconVerticalSolidList"/>
    <dgm:cxn modelId="{1C094DA4-D1BA-4480-B46A-7DD522474D9D}" type="presParOf" srcId="{45DDCDF9-80DC-457F-8A34-E65D97903C48}" destId="{EDCB09B0-CFD1-4318-97A5-FA8A283E12D0}" srcOrd="2" destOrd="0" presId="urn:microsoft.com/office/officeart/2018/2/layout/IconVerticalSolidList"/>
    <dgm:cxn modelId="{5510EA94-98D3-499C-A0BA-98BB37DFFC96}" type="presParOf" srcId="{EDCB09B0-CFD1-4318-97A5-FA8A283E12D0}" destId="{EDF5DF93-0734-4CE8-9DC0-B2BBE7841928}" srcOrd="0" destOrd="0" presId="urn:microsoft.com/office/officeart/2018/2/layout/IconVerticalSolidList"/>
    <dgm:cxn modelId="{047971C6-2955-4FE1-93F5-53557CC08D35}" type="presParOf" srcId="{EDCB09B0-CFD1-4318-97A5-FA8A283E12D0}" destId="{4A7111F1-2E83-4B28-874A-552D3C9D6C19}" srcOrd="1" destOrd="0" presId="urn:microsoft.com/office/officeart/2018/2/layout/IconVerticalSolidList"/>
    <dgm:cxn modelId="{CF2813FD-810B-48F0-BBF2-8E5BF9911893}" type="presParOf" srcId="{EDCB09B0-CFD1-4318-97A5-FA8A283E12D0}" destId="{4A6709CE-A4F3-456F-9E7B-669952F45114}" srcOrd="2" destOrd="0" presId="urn:microsoft.com/office/officeart/2018/2/layout/IconVerticalSolidList"/>
    <dgm:cxn modelId="{AD3BD422-AC9E-4BE9-A7A2-A799B4C80757}" type="presParOf" srcId="{EDCB09B0-CFD1-4318-97A5-FA8A283E12D0}" destId="{72D50B35-D723-455C-9B4E-81A1CAFBEEA1}" srcOrd="3" destOrd="0" presId="urn:microsoft.com/office/officeart/2018/2/layout/IconVerticalSolidList"/>
    <dgm:cxn modelId="{8058995D-61B0-49B2-82ED-182BEA9460CE}" type="presParOf" srcId="{45DDCDF9-80DC-457F-8A34-E65D97903C48}" destId="{3635B968-1D31-481F-9243-70B50565A816}" srcOrd="3" destOrd="0" presId="urn:microsoft.com/office/officeart/2018/2/layout/IconVerticalSolidList"/>
    <dgm:cxn modelId="{5E8B42FA-8BE8-430A-91C6-B2706C5E6DC6}" type="presParOf" srcId="{45DDCDF9-80DC-457F-8A34-E65D97903C48}" destId="{AF38D95D-DD24-4137-9B81-C710925BBB57}" srcOrd="4" destOrd="0" presId="urn:microsoft.com/office/officeart/2018/2/layout/IconVerticalSolidList"/>
    <dgm:cxn modelId="{1113A674-7BBE-434F-BF80-A97F10449830}" type="presParOf" srcId="{AF38D95D-DD24-4137-9B81-C710925BBB57}" destId="{EA7565F0-4B58-4123-963C-CDE7A9F3D09C}" srcOrd="0" destOrd="0" presId="urn:microsoft.com/office/officeart/2018/2/layout/IconVerticalSolidList"/>
    <dgm:cxn modelId="{E657409B-833B-4BC2-A3E1-4993BD4764D9}" type="presParOf" srcId="{AF38D95D-DD24-4137-9B81-C710925BBB57}" destId="{28AA3530-ABAD-49C5-8C5D-2454B8CA0972}" srcOrd="1" destOrd="0" presId="urn:microsoft.com/office/officeart/2018/2/layout/IconVerticalSolidList"/>
    <dgm:cxn modelId="{29C36A03-6784-45F4-8666-F441EB1DBBFD}" type="presParOf" srcId="{AF38D95D-DD24-4137-9B81-C710925BBB57}" destId="{0556D3AA-0F24-4489-B4AE-C1ABC2B1BD45}" srcOrd="2" destOrd="0" presId="urn:microsoft.com/office/officeart/2018/2/layout/IconVerticalSolidList"/>
    <dgm:cxn modelId="{352E0A0D-AAE7-45E6-B082-429BC318025F}" type="presParOf" srcId="{AF38D95D-DD24-4137-9B81-C710925BBB57}" destId="{CF8D5A1F-BB74-4BBB-9992-6A357ED83E1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F92224-B0F4-4296-995C-8029DA63D0AA}"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D2DB719-1D84-4B7F-A34F-CF9540C0C773}">
      <dgm:prSet custT="1"/>
      <dgm:spPr/>
      <dgm:t>
        <a:bodyPr/>
        <a:lstStyle/>
        <a:p>
          <a:pPr>
            <a:lnSpc>
              <a:spcPct val="100000"/>
            </a:lnSpc>
            <a:defRPr b="1"/>
          </a:pPr>
          <a:r>
            <a:rPr lang="en-US" sz="1800" dirty="0">
              <a:latin typeface="Calibri" panose="020F0502020204030204" pitchFamily="34" charset="0"/>
              <a:cs typeface="Calibri" panose="020F0502020204030204" pitchFamily="34" charset="0"/>
            </a:rPr>
            <a:t>Evaluate</a:t>
          </a:r>
        </a:p>
      </dgm:t>
    </dgm:pt>
    <dgm:pt modelId="{F1EA6DED-AD97-4557-9EB7-1C628AAF88C8}" type="parTrans" cxnId="{69F96660-90BE-4E5A-90A9-479B847ADA3B}">
      <dgm:prSet/>
      <dgm:spPr/>
      <dgm:t>
        <a:bodyPr/>
        <a:lstStyle/>
        <a:p>
          <a:endParaRPr lang="en-US"/>
        </a:p>
      </dgm:t>
    </dgm:pt>
    <dgm:pt modelId="{BB987BD1-3C44-43B8-8DD1-35130400EC06}" type="sibTrans" cxnId="{69F96660-90BE-4E5A-90A9-479B847ADA3B}">
      <dgm:prSet/>
      <dgm:spPr/>
      <dgm:t>
        <a:bodyPr/>
        <a:lstStyle/>
        <a:p>
          <a:endParaRPr lang="en-US"/>
        </a:p>
      </dgm:t>
    </dgm:pt>
    <dgm:pt modelId="{7DC59874-9A91-4574-9A9A-FEA974395C7A}">
      <dgm:prSet custT="1"/>
      <dgm:spPr/>
      <dgm:t>
        <a:bodyPr/>
        <a:lstStyle/>
        <a:p>
          <a:pPr>
            <a:lnSpc>
              <a:spcPct val="100000"/>
            </a:lnSpc>
          </a:pPr>
          <a:r>
            <a:rPr lang="en-US" sz="1800" dirty="0">
              <a:latin typeface="Calibri" panose="020F0502020204030204" pitchFamily="34" charset="0"/>
              <a:cs typeface="Calibri" panose="020F0502020204030204" pitchFamily="34" charset="0"/>
            </a:rPr>
            <a:t>Evaluate Multi-task Learning</a:t>
          </a:r>
        </a:p>
      </dgm:t>
    </dgm:pt>
    <dgm:pt modelId="{E9D26190-DD9F-404F-AC53-12294A3BA707}" type="parTrans" cxnId="{96C22571-7566-420D-B983-AB1879F5B2C5}">
      <dgm:prSet/>
      <dgm:spPr/>
      <dgm:t>
        <a:bodyPr/>
        <a:lstStyle/>
        <a:p>
          <a:endParaRPr lang="en-US"/>
        </a:p>
      </dgm:t>
    </dgm:pt>
    <dgm:pt modelId="{02D57338-A5CD-444C-8ECA-E7498920D6FD}" type="sibTrans" cxnId="{96C22571-7566-420D-B983-AB1879F5B2C5}">
      <dgm:prSet/>
      <dgm:spPr/>
      <dgm:t>
        <a:bodyPr/>
        <a:lstStyle/>
        <a:p>
          <a:endParaRPr lang="en-US"/>
        </a:p>
      </dgm:t>
    </dgm:pt>
    <dgm:pt modelId="{13B389B3-B556-4F73-BD94-103BDB8D79E4}">
      <dgm:prSet custT="1"/>
      <dgm:spPr/>
      <dgm:t>
        <a:bodyPr/>
        <a:lstStyle/>
        <a:p>
          <a:pPr>
            <a:lnSpc>
              <a:spcPct val="100000"/>
            </a:lnSpc>
            <a:defRPr b="1"/>
          </a:pPr>
          <a:r>
            <a:rPr lang="en-US" sz="1800" dirty="0">
              <a:latin typeface="Calibri" panose="020F0502020204030204" pitchFamily="34" charset="0"/>
              <a:cs typeface="Calibri" panose="020F0502020204030204" pitchFamily="34" charset="0"/>
            </a:rPr>
            <a:t>Optimize</a:t>
          </a:r>
        </a:p>
      </dgm:t>
    </dgm:pt>
    <dgm:pt modelId="{09621C7C-108A-4D89-981D-F725F9BB4B91}" type="parTrans" cxnId="{F14D1CEF-0087-4E9F-9D25-8814E824140C}">
      <dgm:prSet/>
      <dgm:spPr/>
      <dgm:t>
        <a:bodyPr/>
        <a:lstStyle/>
        <a:p>
          <a:endParaRPr lang="en-US"/>
        </a:p>
      </dgm:t>
    </dgm:pt>
    <dgm:pt modelId="{FFB168B2-D94E-470B-9174-D3BAFA4936AD}" type="sibTrans" cxnId="{F14D1CEF-0087-4E9F-9D25-8814E824140C}">
      <dgm:prSet/>
      <dgm:spPr/>
      <dgm:t>
        <a:bodyPr/>
        <a:lstStyle/>
        <a:p>
          <a:endParaRPr lang="en-US"/>
        </a:p>
      </dgm:t>
    </dgm:pt>
    <dgm:pt modelId="{66722CB6-2053-4C51-AEE2-16D27BA34C8B}">
      <dgm:prSet custT="1"/>
      <dgm:spPr/>
      <dgm:t>
        <a:bodyPr/>
        <a:lstStyle/>
        <a:p>
          <a:pPr>
            <a:lnSpc>
              <a:spcPct val="100000"/>
            </a:lnSpc>
          </a:pPr>
          <a:r>
            <a:rPr lang="en-US" sz="1800" dirty="0">
              <a:latin typeface="Calibri" panose="020F0502020204030204" pitchFamily="34" charset="0"/>
              <a:cs typeface="Calibri" panose="020F0502020204030204" pitchFamily="34" charset="0"/>
            </a:rPr>
            <a:t>Optimize Model Performance</a:t>
          </a:r>
        </a:p>
      </dgm:t>
    </dgm:pt>
    <dgm:pt modelId="{A870AC6C-A151-4D04-AED3-CA26CEC78ED6}" type="parTrans" cxnId="{F55EAE3A-8963-4E8D-BFDD-18D09EA49964}">
      <dgm:prSet/>
      <dgm:spPr/>
      <dgm:t>
        <a:bodyPr/>
        <a:lstStyle/>
        <a:p>
          <a:endParaRPr lang="en-US"/>
        </a:p>
      </dgm:t>
    </dgm:pt>
    <dgm:pt modelId="{7DF266D9-2628-4E4C-860E-A992728E199B}" type="sibTrans" cxnId="{F55EAE3A-8963-4E8D-BFDD-18D09EA49964}">
      <dgm:prSet/>
      <dgm:spPr/>
      <dgm:t>
        <a:bodyPr/>
        <a:lstStyle/>
        <a:p>
          <a:endParaRPr lang="en-US"/>
        </a:p>
      </dgm:t>
    </dgm:pt>
    <dgm:pt modelId="{134B77C7-67FD-4932-8EF9-CC3C03A33234}">
      <dgm:prSet custT="1"/>
      <dgm:spPr/>
      <dgm:t>
        <a:bodyPr/>
        <a:lstStyle/>
        <a:p>
          <a:pPr>
            <a:lnSpc>
              <a:spcPct val="100000"/>
            </a:lnSpc>
            <a:defRPr b="1"/>
          </a:pPr>
          <a:r>
            <a:rPr lang="en-US" sz="1800" dirty="0">
              <a:latin typeface="Calibri" panose="020F0502020204030204" pitchFamily="34" charset="0"/>
              <a:cs typeface="Calibri" panose="020F0502020204030204" pitchFamily="34" charset="0"/>
            </a:rPr>
            <a:t>Assess</a:t>
          </a:r>
        </a:p>
      </dgm:t>
    </dgm:pt>
    <dgm:pt modelId="{4FAE0ACD-7B7C-4054-87B5-A604FD32C09A}" type="parTrans" cxnId="{CDE8F45C-5D44-47DD-B61D-E3E2B322CC64}">
      <dgm:prSet/>
      <dgm:spPr/>
      <dgm:t>
        <a:bodyPr/>
        <a:lstStyle/>
        <a:p>
          <a:endParaRPr lang="en-US"/>
        </a:p>
      </dgm:t>
    </dgm:pt>
    <dgm:pt modelId="{DD3F9190-9845-49E5-A61F-191DFD79F585}" type="sibTrans" cxnId="{CDE8F45C-5D44-47DD-B61D-E3E2B322CC64}">
      <dgm:prSet/>
      <dgm:spPr/>
      <dgm:t>
        <a:bodyPr/>
        <a:lstStyle/>
        <a:p>
          <a:endParaRPr lang="en-US"/>
        </a:p>
      </dgm:t>
    </dgm:pt>
    <dgm:pt modelId="{26B4FE50-FDC0-443A-84DD-908FE0B32AC7}">
      <dgm:prSet custT="1"/>
      <dgm:spPr/>
      <dgm:t>
        <a:bodyPr/>
        <a:lstStyle/>
        <a:p>
          <a:pPr>
            <a:lnSpc>
              <a:spcPct val="100000"/>
            </a:lnSpc>
          </a:pPr>
          <a:r>
            <a:rPr lang="en-US" sz="1800" dirty="0">
              <a:latin typeface="Calibri" panose="020F0502020204030204" pitchFamily="34" charset="0"/>
              <a:cs typeface="Calibri" panose="020F0502020204030204" pitchFamily="34" charset="0"/>
            </a:rPr>
            <a:t>Assess Societal Impact</a:t>
          </a:r>
        </a:p>
      </dgm:t>
    </dgm:pt>
    <dgm:pt modelId="{698FF4A9-F34D-47D2-98F8-D8FCB6CD782E}" type="parTrans" cxnId="{785A211C-FF05-4171-AFA8-341AF1CAD5D8}">
      <dgm:prSet/>
      <dgm:spPr/>
      <dgm:t>
        <a:bodyPr/>
        <a:lstStyle/>
        <a:p>
          <a:endParaRPr lang="en-US"/>
        </a:p>
      </dgm:t>
    </dgm:pt>
    <dgm:pt modelId="{DA54F601-AA0A-49D5-96BD-F8CC3178C2FC}" type="sibTrans" cxnId="{785A211C-FF05-4171-AFA8-341AF1CAD5D8}">
      <dgm:prSet/>
      <dgm:spPr/>
      <dgm:t>
        <a:bodyPr/>
        <a:lstStyle/>
        <a:p>
          <a:endParaRPr lang="en-US"/>
        </a:p>
      </dgm:t>
    </dgm:pt>
    <dgm:pt modelId="{A2936ECA-78E1-4034-81E1-09CC3E2C490F}" type="pres">
      <dgm:prSet presAssocID="{F9F92224-B0F4-4296-995C-8029DA63D0AA}" presName="root" presStyleCnt="0">
        <dgm:presLayoutVars>
          <dgm:dir/>
          <dgm:resizeHandles val="exact"/>
        </dgm:presLayoutVars>
      </dgm:prSet>
      <dgm:spPr/>
    </dgm:pt>
    <dgm:pt modelId="{0FE28D9F-7350-48AF-843F-621295E6A15E}" type="pres">
      <dgm:prSet presAssocID="{6D2DB719-1D84-4B7F-A34F-CF9540C0C773}" presName="compNode" presStyleCnt="0"/>
      <dgm:spPr/>
    </dgm:pt>
    <dgm:pt modelId="{6D684059-05CE-4AE6-83F1-7F4B17C64117}" type="pres">
      <dgm:prSet presAssocID="{6D2DB719-1D84-4B7F-A34F-CF9540C0C77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387760A6-6425-48AC-8122-A221F9A4F88A}" type="pres">
      <dgm:prSet presAssocID="{6D2DB719-1D84-4B7F-A34F-CF9540C0C773}" presName="iconSpace" presStyleCnt="0"/>
      <dgm:spPr/>
    </dgm:pt>
    <dgm:pt modelId="{56DE3A7E-8D50-4E5F-B9C8-0B46317695CB}" type="pres">
      <dgm:prSet presAssocID="{6D2DB719-1D84-4B7F-A34F-CF9540C0C773}" presName="parTx" presStyleLbl="revTx" presStyleIdx="0" presStyleCnt="6">
        <dgm:presLayoutVars>
          <dgm:chMax val="0"/>
          <dgm:chPref val="0"/>
        </dgm:presLayoutVars>
      </dgm:prSet>
      <dgm:spPr/>
    </dgm:pt>
    <dgm:pt modelId="{3C1E3FC7-6DB0-4316-8965-D53B77888F34}" type="pres">
      <dgm:prSet presAssocID="{6D2DB719-1D84-4B7F-A34F-CF9540C0C773}" presName="txSpace" presStyleCnt="0"/>
      <dgm:spPr/>
    </dgm:pt>
    <dgm:pt modelId="{B9E8B406-CABB-46B3-871A-C162AF3ACBA4}" type="pres">
      <dgm:prSet presAssocID="{6D2DB719-1D84-4B7F-A34F-CF9540C0C773}" presName="desTx" presStyleLbl="revTx" presStyleIdx="1" presStyleCnt="6">
        <dgm:presLayoutVars/>
      </dgm:prSet>
      <dgm:spPr/>
    </dgm:pt>
    <dgm:pt modelId="{B4A0B041-6583-447E-955A-D2ED8BD45E0E}" type="pres">
      <dgm:prSet presAssocID="{BB987BD1-3C44-43B8-8DD1-35130400EC06}" presName="sibTrans" presStyleCnt="0"/>
      <dgm:spPr/>
    </dgm:pt>
    <dgm:pt modelId="{49CC5718-22BE-4A9E-8C26-159E738FFCAD}" type="pres">
      <dgm:prSet presAssocID="{13B389B3-B556-4F73-BD94-103BDB8D79E4}" presName="compNode" presStyleCnt="0"/>
      <dgm:spPr/>
    </dgm:pt>
    <dgm:pt modelId="{31918331-D885-4739-8387-3E27F7E1262D}" type="pres">
      <dgm:prSet presAssocID="{13B389B3-B556-4F73-BD94-103BDB8D79E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uge"/>
        </a:ext>
      </dgm:extLst>
    </dgm:pt>
    <dgm:pt modelId="{3DB15452-779B-4370-8B43-CCE36516498B}" type="pres">
      <dgm:prSet presAssocID="{13B389B3-B556-4F73-BD94-103BDB8D79E4}" presName="iconSpace" presStyleCnt="0"/>
      <dgm:spPr/>
    </dgm:pt>
    <dgm:pt modelId="{19C0C113-B45F-4316-BB35-3B2E0E55BB0F}" type="pres">
      <dgm:prSet presAssocID="{13B389B3-B556-4F73-BD94-103BDB8D79E4}" presName="parTx" presStyleLbl="revTx" presStyleIdx="2" presStyleCnt="6" custScaleX="90738" custScaleY="112728">
        <dgm:presLayoutVars>
          <dgm:chMax val="0"/>
          <dgm:chPref val="0"/>
        </dgm:presLayoutVars>
      </dgm:prSet>
      <dgm:spPr/>
    </dgm:pt>
    <dgm:pt modelId="{BD798E61-AE44-40E3-A363-ECA99892A492}" type="pres">
      <dgm:prSet presAssocID="{13B389B3-B556-4F73-BD94-103BDB8D79E4}" presName="txSpace" presStyleCnt="0"/>
      <dgm:spPr/>
    </dgm:pt>
    <dgm:pt modelId="{221EE6E8-73A2-41A6-B65F-BB6163E4A85B}" type="pres">
      <dgm:prSet presAssocID="{13B389B3-B556-4F73-BD94-103BDB8D79E4}" presName="desTx" presStyleLbl="revTx" presStyleIdx="3" presStyleCnt="6">
        <dgm:presLayoutVars/>
      </dgm:prSet>
      <dgm:spPr/>
    </dgm:pt>
    <dgm:pt modelId="{82345D1A-CD39-4C7C-8734-E1C53F88B244}" type="pres">
      <dgm:prSet presAssocID="{FFB168B2-D94E-470B-9174-D3BAFA4936AD}" presName="sibTrans" presStyleCnt="0"/>
      <dgm:spPr/>
    </dgm:pt>
    <dgm:pt modelId="{A5A4101B-2714-4D3F-A043-07C7D647C879}" type="pres">
      <dgm:prSet presAssocID="{134B77C7-67FD-4932-8EF9-CC3C03A33234}" presName="compNode" presStyleCnt="0"/>
      <dgm:spPr/>
    </dgm:pt>
    <dgm:pt modelId="{384A9C5A-C873-459F-BD09-1F674EB618BB}" type="pres">
      <dgm:prSet presAssocID="{134B77C7-67FD-4932-8EF9-CC3C03A3323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oup"/>
        </a:ext>
      </dgm:extLst>
    </dgm:pt>
    <dgm:pt modelId="{8B692E59-1148-41CE-9889-7D4FB4E06D7F}" type="pres">
      <dgm:prSet presAssocID="{134B77C7-67FD-4932-8EF9-CC3C03A33234}" presName="iconSpace" presStyleCnt="0"/>
      <dgm:spPr/>
    </dgm:pt>
    <dgm:pt modelId="{0FCB3582-DA88-42C2-8695-DE13C7BA189A}" type="pres">
      <dgm:prSet presAssocID="{134B77C7-67FD-4932-8EF9-CC3C03A33234}" presName="parTx" presStyleLbl="revTx" presStyleIdx="4" presStyleCnt="6">
        <dgm:presLayoutVars>
          <dgm:chMax val="0"/>
          <dgm:chPref val="0"/>
        </dgm:presLayoutVars>
      </dgm:prSet>
      <dgm:spPr/>
    </dgm:pt>
    <dgm:pt modelId="{A2151BA3-3F92-4742-B7F8-2F67C7553B85}" type="pres">
      <dgm:prSet presAssocID="{134B77C7-67FD-4932-8EF9-CC3C03A33234}" presName="txSpace" presStyleCnt="0"/>
      <dgm:spPr/>
    </dgm:pt>
    <dgm:pt modelId="{8FA63F6D-DDEB-412D-A270-44B4ADB36ED5}" type="pres">
      <dgm:prSet presAssocID="{134B77C7-67FD-4932-8EF9-CC3C03A33234}" presName="desTx" presStyleLbl="revTx" presStyleIdx="5" presStyleCnt="6">
        <dgm:presLayoutVars/>
      </dgm:prSet>
      <dgm:spPr/>
    </dgm:pt>
  </dgm:ptLst>
  <dgm:cxnLst>
    <dgm:cxn modelId="{785A211C-FF05-4171-AFA8-341AF1CAD5D8}" srcId="{134B77C7-67FD-4932-8EF9-CC3C03A33234}" destId="{26B4FE50-FDC0-443A-84DD-908FE0B32AC7}" srcOrd="0" destOrd="0" parTransId="{698FF4A9-F34D-47D2-98F8-D8FCB6CD782E}" sibTransId="{DA54F601-AA0A-49D5-96BD-F8CC3178C2FC}"/>
    <dgm:cxn modelId="{0C2DE821-D710-4EE9-ABFD-C87D173FD55D}" type="presOf" srcId="{F9F92224-B0F4-4296-995C-8029DA63D0AA}" destId="{A2936ECA-78E1-4034-81E1-09CC3E2C490F}" srcOrd="0" destOrd="0" presId="urn:microsoft.com/office/officeart/2018/5/layout/CenteredIconLabelDescriptionList"/>
    <dgm:cxn modelId="{39DB1327-F02F-43FA-9EBA-0FD9B141358D}" type="presOf" srcId="{6D2DB719-1D84-4B7F-A34F-CF9540C0C773}" destId="{56DE3A7E-8D50-4E5F-B9C8-0B46317695CB}" srcOrd="0" destOrd="0" presId="urn:microsoft.com/office/officeart/2018/5/layout/CenteredIconLabelDescriptionList"/>
    <dgm:cxn modelId="{F55EAE3A-8963-4E8D-BFDD-18D09EA49964}" srcId="{13B389B3-B556-4F73-BD94-103BDB8D79E4}" destId="{66722CB6-2053-4C51-AEE2-16D27BA34C8B}" srcOrd="0" destOrd="0" parTransId="{A870AC6C-A151-4D04-AED3-CA26CEC78ED6}" sibTransId="{7DF266D9-2628-4E4C-860E-A992728E199B}"/>
    <dgm:cxn modelId="{CDE8F45C-5D44-47DD-B61D-E3E2B322CC64}" srcId="{F9F92224-B0F4-4296-995C-8029DA63D0AA}" destId="{134B77C7-67FD-4932-8EF9-CC3C03A33234}" srcOrd="2" destOrd="0" parTransId="{4FAE0ACD-7B7C-4054-87B5-A604FD32C09A}" sibTransId="{DD3F9190-9845-49E5-A61F-191DFD79F585}"/>
    <dgm:cxn modelId="{69F96660-90BE-4E5A-90A9-479B847ADA3B}" srcId="{F9F92224-B0F4-4296-995C-8029DA63D0AA}" destId="{6D2DB719-1D84-4B7F-A34F-CF9540C0C773}" srcOrd="0" destOrd="0" parTransId="{F1EA6DED-AD97-4557-9EB7-1C628AAF88C8}" sibTransId="{BB987BD1-3C44-43B8-8DD1-35130400EC06}"/>
    <dgm:cxn modelId="{96C22571-7566-420D-B983-AB1879F5B2C5}" srcId="{6D2DB719-1D84-4B7F-A34F-CF9540C0C773}" destId="{7DC59874-9A91-4574-9A9A-FEA974395C7A}" srcOrd="0" destOrd="0" parTransId="{E9D26190-DD9F-404F-AC53-12294A3BA707}" sibTransId="{02D57338-A5CD-444C-8ECA-E7498920D6FD}"/>
    <dgm:cxn modelId="{F55AE697-F852-4BA8-88B6-89EEFFA91153}" type="presOf" srcId="{66722CB6-2053-4C51-AEE2-16D27BA34C8B}" destId="{221EE6E8-73A2-41A6-B65F-BB6163E4A85B}" srcOrd="0" destOrd="0" presId="urn:microsoft.com/office/officeart/2018/5/layout/CenteredIconLabelDescriptionList"/>
    <dgm:cxn modelId="{64EBF4B1-39DC-441B-9464-7C0A1D55BD2B}" type="presOf" srcId="{7DC59874-9A91-4574-9A9A-FEA974395C7A}" destId="{B9E8B406-CABB-46B3-871A-C162AF3ACBA4}" srcOrd="0" destOrd="0" presId="urn:microsoft.com/office/officeart/2018/5/layout/CenteredIconLabelDescriptionList"/>
    <dgm:cxn modelId="{9FC98ACF-A49B-4013-95FE-C3FCAF3E3FBC}" type="presOf" srcId="{134B77C7-67FD-4932-8EF9-CC3C03A33234}" destId="{0FCB3582-DA88-42C2-8695-DE13C7BA189A}" srcOrd="0" destOrd="0" presId="urn:microsoft.com/office/officeart/2018/5/layout/CenteredIconLabelDescriptionList"/>
    <dgm:cxn modelId="{02AA34E1-FF43-4349-BD28-5D34EEAF5927}" type="presOf" srcId="{13B389B3-B556-4F73-BD94-103BDB8D79E4}" destId="{19C0C113-B45F-4316-BB35-3B2E0E55BB0F}" srcOrd="0" destOrd="0" presId="urn:microsoft.com/office/officeart/2018/5/layout/CenteredIconLabelDescriptionList"/>
    <dgm:cxn modelId="{F14D1CEF-0087-4E9F-9D25-8814E824140C}" srcId="{F9F92224-B0F4-4296-995C-8029DA63D0AA}" destId="{13B389B3-B556-4F73-BD94-103BDB8D79E4}" srcOrd="1" destOrd="0" parTransId="{09621C7C-108A-4D89-981D-F725F9BB4B91}" sibTransId="{FFB168B2-D94E-470B-9174-D3BAFA4936AD}"/>
    <dgm:cxn modelId="{CA6FE1FF-6B5A-4D1E-A5A6-80A0354A7E07}" type="presOf" srcId="{26B4FE50-FDC0-443A-84DD-908FE0B32AC7}" destId="{8FA63F6D-DDEB-412D-A270-44B4ADB36ED5}" srcOrd="0" destOrd="0" presId="urn:microsoft.com/office/officeart/2018/5/layout/CenteredIconLabelDescriptionList"/>
    <dgm:cxn modelId="{27D62CB6-10A4-4673-BA9C-D386494FF822}" type="presParOf" srcId="{A2936ECA-78E1-4034-81E1-09CC3E2C490F}" destId="{0FE28D9F-7350-48AF-843F-621295E6A15E}" srcOrd="0" destOrd="0" presId="urn:microsoft.com/office/officeart/2018/5/layout/CenteredIconLabelDescriptionList"/>
    <dgm:cxn modelId="{51139F4B-8D3D-43A0-A26A-E9108B91D478}" type="presParOf" srcId="{0FE28D9F-7350-48AF-843F-621295E6A15E}" destId="{6D684059-05CE-4AE6-83F1-7F4B17C64117}" srcOrd="0" destOrd="0" presId="urn:microsoft.com/office/officeart/2018/5/layout/CenteredIconLabelDescriptionList"/>
    <dgm:cxn modelId="{A409D673-516C-4540-A8F5-D2C4782E0784}" type="presParOf" srcId="{0FE28D9F-7350-48AF-843F-621295E6A15E}" destId="{387760A6-6425-48AC-8122-A221F9A4F88A}" srcOrd="1" destOrd="0" presId="urn:microsoft.com/office/officeart/2018/5/layout/CenteredIconLabelDescriptionList"/>
    <dgm:cxn modelId="{0901C9A6-7A45-45F6-A236-4DC2CE0C1232}" type="presParOf" srcId="{0FE28D9F-7350-48AF-843F-621295E6A15E}" destId="{56DE3A7E-8D50-4E5F-B9C8-0B46317695CB}" srcOrd="2" destOrd="0" presId="urn:microsoft.com/office/officeart/2018/5/layout/CenteredIconLabelDescriptionList"/>
    <dgm:cxn modelId="{8236EFB7-D17A-44FC-A0F9-3BCF970F6460}" type="presParOf" srcId="{0FE28D9F-7350-48AF-843F-621295E6A15E}" destId="{3C1E3FC7-6DB0-4316-8965-D53B77888F34}" srcOrd="3" destOrd="0" presId="urn:microsoft.com/office/officeart/2018/5/layout/CenteredIconLabelDescriptionList"/>
    <dgm:cxn modelId="{A3193016-4592-45F2-B641-603463F80376}" type="presParOf" srcId="{0FE28D9F-7350-48AF-843F-621295E6A15E}" destId="{B9E8B406-CABB-46B3-871A-C162AF3ACBA4}" srcOrd="4" destOrd="0" presId="urn:microsoft.com/office/officeart/2018/5/layout/CenteredIconLabelDescriptionList"/>
    <dgm:cxn modelId="{05E44E37-51E3-47BB-A59F-C629E3699F26}" type="presParOf" srcId="{A2936ECA-78E1-4034-81E1-09CC3E2C490F}" destId="{B4A0B041-6583-447E-955A-D2ED8BD45E0E}" srcOrd="1" destOrd="0" presId="urn:microsoft.com/office/officeart/2018/5/layout/CenteredIconLabelDescriptionList"/>
    <dgm:cxn modelId="{FEE6C46C-2A7E-4BD6-BFD1-9ECC7C0A08B9}" type="presParOf" srcId="{A2936ECA-78E1-4034-81E1-09CC3E2C490F}" destId="{49CC5718-22BE-4A9E-8C26-159E738FFCAD}" srcOrd="2" destOrd="0" presId="urn:microsoft.com/office/officeart/2018/5/layout/CenteredIconLabelDescriptionList"/>
    <dgm:cxn modelId="{4C61C0BB-2405-41C0-A90B-190E57E2476C}" type="presParOf" srcId="{49CC5718-22BE-4A9E-8C26-159E738FFCAD}" destId="{31918331-D885-4739-8387-3E27F7E1262D}" srcOrd="0" destOrd="0" presId="urn:microsoft.com/office/officeart/2018/5/layout/CenteredIconLabelDescriptionList"/>
    <dgm:cxn modelId="{2209B04F-0B57-4954-8D68-E36F603187EE}" type="presParOf" srcId="{49CC5718-22BE-4A9E-8C26-159E738FFCAD}" destId="{3DB15452-779B-4370-8B43-CCE36516498B}" srcOrd="1" destOrd="0" presId="urn:microsoft.com/office/officeart/2018/5/layout/CenteredIconLabelDescriptionList"/>
    <dgm:cxn modelId="{9C5BACD1-D7CA-41C6-949B-F035C13A01E1}" type="presParOf" srcId="{49CC5718-22BE-4A9E-8C26-159E738FFCAD}" destId="{19C0C113-B45F-4316-BB35-3B2E0E55BB0F}" srcOrd="2" destOrd="0" presId="urn:microsoft.com/office/officeart/2018/5/layout/CenteredIconLabelDescriptionList"/>
    <dgm:cxn modelId="{89C1D2A7-D074-4107-94AD-C30F1491BEDF}" type="presParOf" srcId="{49CC5718-22BE-4A9E-8C26-159E738FFCAD}" destId="{BD798E61-AE44-40E3-A363-ECA99892A492}" srcOrd="3" destOrd="0" presId="urn:microsoft.com/office/officeart/2018/5/layout/CenteredIconLabelDescriptionList"/>
    <dgm:cxn modelId="{62F245E0-E307-43E6-ACE1-A42CB10C6CD6}" type="presParOf" srcId="{49CC5718-22BE-4A9E-8C26-159E738FFCAD}" destId="{221EE6E8-73A2-41A6-B65F-BB6163E4A85B}" srcOrd="4" destOrd="0" presId="urn:microsoft.com/office/officeart/2018/5/layout/CenteredIconLabelDescriptionList"/>
    <dgm:cxn modelId="{5A853D2C-BE16-4445-BB14-97CB187C78A0}" type="presParOf" srcId="{A2936ECA-78E1-4034-81E1-09CC3E2C490F}" destId="{82345D1A-CD39-4C7C-8734-E1C53F88B244}" srcOrd="3" destOrd="0" presId="urn:microsoft.com/office/officeart/2018/5/layout/CenteredIconLabelDescriptionList"/>
    <dgm:cxn modelId="{C95E167B-5009-46EA-81EA-6C9F732E3A8D}" type="presParOf" srcId="{A2936ECA-78E1-4034-81E1-09CC3E2C490F}" destId="{A5A4101B-2714-4D3F-A043-07C7D647C879}" srcOrd="4" destOrd="0" presId="urn:microsoft.com/office/officeart/2018/5/layout/CenteredIconLabelDescriptionList"/>
    <dgm:cxn modelId="{88C9D1E2-7B05-43A2-A1F3-09EB607C4053}" type="presParOf" srcId="{A5A4101B-2714-4D3F-A043-07C7D647C879}" destId="{384A9C5A-C873-459F-BD09-1F674EB618BB}" srcOrd="0" destOrd="0" presId="urn:microsoft.com/office/officeart/2018/5/layout/CenteredIconLabelDescriptionList"/>
    <dgm:cxn modelId="{E1DB7759-31DA-4F91-AD4C-99820CF97929}" type="presParOf" srcId="{A5A4101B-2714-4D3F-A043-07C7D647C879}" destId="{8B692E59-1148-41CE-9889-7D4FB4E06D7F}" srcOrd="1" destOrd="0" presId="urn:microsoft.com/office/officeart/2018/5/layout/CenteredIconLabelDescriptionList"/>
    <dgm:cxn modelId="{AC94EB8A-565C-46DC-A767-E471526F8EBB}" type="presParOf" srcId="{A5A4101B-2714-4D3F-A043-07C7D647C879}" destId="{0FCB3582-DA88-42C2-8695-DE13C7BA189A}" srcOrd="2" destOrd="0" presId="urn:microsoft.com/office/officeart/2018/5/layout/CenteredIconLabelDescriptionList"/>
    <dgm:cxn modelId="{7569043A-6094-4BAA-9F12-683F50620972}" type="presParOf" srcId="{A5A4101B-2714-4D3F-A043-07C7D647C879}" destId="{A2151BA3-3F92-4742-B7F8-2F67C7553B85}" srcOrd="3" destOrd="0" presId="urn:microsoft.com/office/officeart/2018/5/layout/CenteredIconLabelDescriptionList"/>
    <dgm:cxn modelId="{7C1F3705-E35D-4988-87B2-2D161CDCD5C6}" type="presParOf" srcId="{A5A4101B-2714-4D3F-A043-07C7D647C879}" destId="{8FA63F6D-DDEB-412D-A270-44B4ADB36ED5}"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95A883-DBE5-4714-B85F-1B512967D846}" type="doc">
      <dgm:prSet loTypeId="urn:microsoft.com/office/officeart/2016/7/layout/RepeatingBendingProcessNew" loCatId="process" qsTypeId="urn:microsoft.com/office/officeart/2005/8/quickstyle/simple1" qsCatId="simple" csTypeId="urn:microsoft.com/office/officeart/2005/8/colors/accent0_3" csCatId="mainScheme" phldr="1"/>
      <dgm:spPr/>
      <dgm:t>
        <a:bodyPr/>
        <a:lstStyle/>
        <a:p>
          <a:endParaRPr lang="en-US"/>
        </a:p>
      </dgm:t>
    </dgm:pt>
    <dgm:pt modelId="{A8177653-7BF8-4C17-86FE-142326633390}">
      <dgm:prSet custT="1"/>
      <dgm:spPr/>
      <dgm:t>
        <a:bodyPr/>
        <a:lstStyle/>
        <a:p>
          <a:r>
            <a:rPr lang="en-US" sz="2200" b="0" i="0" dirty="0">
              <a:latin typeface="Calibri" panose="020F0502020204030204" pitchFamily="34" charset="0"/>
              <a:cs typeface="Calibri" panose="020F0502020204030204" pitchFamily="34" charset="0"/>
            </a:rPr>
            <a:t>Data Collection</a:t>
          </a:r>
          <a:endParaRPr lang="en-US" sz="2200" dirty="0">
            <a:latin typeface="Calibri" panose="020F0502020204030204" pitchFamily="34" charset="0"/>
            <a:cs typeface="Calibri" panose="020F0502020204030204" pitchFamily="34" charset="0"/>
          </a:endParaRPr>
        </a:p>
      </dgm:t>
    </dgm:pt>
    <dgm:pt modelId="{DFA17E34-72A7-452B-BAE3-3533053B4B49}" type="parTrans" cxnId="{371D9E4D-0CDB-43F6-B9E3-C5BE06140031}">
      <dgm:prSet/>
      <dgm:spPr/>
      <dgm:t>
        <a:bodyPr/>
        <a:lstStyle/>
        <a:p>
          <a:endParaRPr lang="en-US"/>
        </a:p>
      </dgm:t>
    </dgm:pt>
    <dgm:pt modelId="{8882CBA7-B95C-4630-8965-0BF22A80213E}" type="sibTrans" cxnId="{371D9E4D-0CDB-43F6-B9E3-C5BE06140031}">
      <dgm:prSet phldrT="01" phldr="0"/>
      <dgm:spPr/>
      <dgm:t>
        <a:bodyPr/>
        <a:lstStyle/>
        <a:p>
          <a:endParaRPr lang="en-US"/>
        </a:p>
      </dgm:t>
    </dgm:pt>
    <dgm:pt modelId="{2996C603-88EF-430F-B992-79A3FF01B613}">
      <dgm:prSe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sz="2200" b="0" i="0" dirty="0">
            <a:latin typeface="Calibri" panose="020F0502020204030204" pitchFamily="34" charset="0"/>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sz="2200" b="0" i="0" dirty="0">
              <a:latin typeface="Calibri" panose="020F0502020204030204" pitchFamily="34" charset="0"/>
              <a:cs typeface="Calibri" panose="020F0502020204030204" pitchFamily="34" charset="0"/>
            </a:rPr>
            <a:t>Data </a:t>
          </a:r>
        </a:p>
        <a:p>
          <a:pPr marL="0" marR="0" lvl="0" indent="0" defTabSz="914400" eaLnBrk="1" fontAlgn="auto" latinLnBrk="0" hangingPunct="1">
            <a:lnSpc>
              <a:spcPct val="100000"/>
            </a:lnSpc>
            <a:spcBef>
              <a:spcPts val="0"/>
            </a:spcBef>
            <a:spcAft>
              <a:spcPts val="0"/>
            </a:spcAft>
            <a:buClrTx/>
            <a:buSzTx/>
            <a:buFontTx/>
            <a:buNone/>
            <a:tabLst/>
            <a:defRPr/>
          </a:pPr>
          <a:r>
            <a:rPr lang="en-US" sz="2200" b="0" i="0" dirty="0">
              <a:latin typeface="Calibri" panose="020F0502020204030204" pitchFamily="34" charset="0"/>
              <a:cs typeface="Calibri" panose="020F0502020204030204" pitchFamily="34" charset="0"/>
            </a:rPr>
            <a:t>Pre-processing</a:t>
          </a:r>
          <a:endParaRPr lang="en-US" sz="2200" dirty="0">
            <a:latin typeface="Calibri" panose="020F0502020204030204" pitchFamily="34" charset="0"/>
            <a:cs typeface="Calibri" panose="020F0502020204030204" pitchFamily="34" charset="0"/>
          </a:endParaRPr>
        </a:p>
        <a:p>
          <a:pPr marL="0" lvl="0" defTabSz="977900">
            <a:lnSpc>
              <a:spcPct val="100000"/>
            </a:lnSpc>
            <a:spcBef>
              <a:spcPct val="0"/>
            </a:spcBef>
            <a:spcAft>
              <a:spcPct val="35000"/>
            </a:spcAft>
            <a:buNone/>
          </a:pPr>
          <a:endParaRPr lang="en-US" sz="2200" b="0" i="0" dirty="0">
            <a:latin typeface="Calibri" panose="020F0502020204030204" pitchFamily="34" charset="0"/>
            <a:cs typeface="Calibri" panose="020F0502020204030204" pitchFamily="34" charset="0"/>
          </a:endParaRPr>
        </a:p>
      </dgm:t>
    </dgm:pt>
    <dgm:pt modelId="{8CEA64FA-8D06-45DA-9121-BBF798F32454}" type="parTrans" cxnId="{EFF791CE-E654-427F-8E8A-3E87D1BD6BA9}">
      <dgm:prSet/>
      <dgm:spPr/>
      <dgm:t>
        <a:bodyPr/>
        <a:lstStyle/>
        <a:p>
          <a:endParaRPr lang="en-US"/>
        </a:p>
      </dgm:t>
    </dgm:pt>
    <dgm:pt modelId="{54A3134F-AD58-4B3A-B31D-F51F36503E90}" type="sibTrans" cxnId="{EFF791CE-E654-427F-8E8A-3E87D1BD6BA9}">
      <dgm:prSet phldrT="02" phldr="0"/>
      <dgm:spPr/>
      <dgm:t>
        <a:bodyPr/>
        <a:lstStyle/>
        <a:p>
          <a:endParaRPr lang="en-US"/>
        </a:p>
      </dgm:t>
    </dgm:pt>
    <dgm:pt modelId="{AE6CAF0B-B0BC-4816-9BE8-147F25F4980D}">
      <dgm:prSet custT="1"/>
      <dgm:spPr/>
      <dgm:t>
        <a:bodyPr/>
        <a:lstStyle/>
        <a:p>
          <a:r>
            <a:rPr lang="en-US" sz="2200" b="0" i="0" dirty="0">
              <a:latin typeface="Calibri" panose="020F0502020204030204" pitchFamily="34" charset="0"/>
              <a:cs typeface="Calibri" panose="020F0502020204030204" pitchFamily="34" charset="0"/>
            </a:rPr>
            <a:t>Model Selection</a:t>
          </a:r>
          <a:endParaRPr lang="en-US" sz="2200" dirty="0">
            <a:latin typeface="Calibri" panose="020F0502020204030204" pitchFamily="34" charset="0"/>
            <a:cs typeface="Calibri" panose="020F0502020204030204" pitchFamily="34" charset="0"/>
          </a:endParaRPr>
        </a:p>
      </dgm:t>
    </dgm:pt>
    <dgm:pt modelId="{D9054128-A1B1-46C4-8448-A74F5DF9F82E}" type="parTrans" cxnId="{ED7C8340-21AE-424B-A0DC-D1FEA49E8486}">
      <dgm:prSet/>
      <dgm:spPr/>
      <dgm:t>
        <a:bodyPr/>
        <a:lstStyle/>
        <a:p>
          <a:endParaRPr lang="en-US"/>
        </a:p>
      </dgm:t>
    </dgm:pt>
    <dgm:pt modelId="{FB44A8E8-888B-4776-8496-5904243214F8}" type="sibTrans" cxnId="{ED7C8340-21AE-424B-A0DC-D1FEA49E8486}">
      <dgm:prSet phldrT="03" phldr="0"/>
      <dgm:spPr/>
      <dgm:t>
        <a:bodyPr/>
        <a:lstStyle/>
        <a:p>
          <a:endParaRPr lang="en-US"/>
        </a:p>
      </dgm:t>
    </dgm:pt>
    <dgm:pt modelId="{F5249AF6-7562-4232-A774-E0A4EC6B99CD}">
      <dgm:prSe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sz="2200" b="0" i="0" dirty="0">
            <a:latin typeface="Calibri" panose="020F0502020204030204" pitchFamily="34" charset="0"/>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sz="2200" b="0" i="0" dirty="0">
              <a:latin typeface="Calibri" panose="020F0502020204030204" pitchFamily="34" charset="0"/>
              <a:cs typeface="Calibri" panose="020F0502020204030204" pitchFamily="34" charset="0"/>
            </a:rPr>
            <a:t>Model </a:t>
          </a:r>
        </a:p>
        <a:p>
          <a:pPr marL="0" marR="0" lvl="0" indent="0" defTabSz="914400" eaLnBrk="1" fontAlgn="auto" latinLnBrk="0" hangingPunct="1">
            <a:lnSpc>
              <a:spcPct val="100000"/>
            </a:lnSpc>
            <a:spcBef>
              <a:spcPts val="0"/>
            </a:spcBef>
            <a:spcAft>
              <a:spcPts val="0"/>
            </a:spcAft>
            <a:buClrTx/>
            <a:buSzTx/>
            <a:buFontTx/>
            <a:buNone/>
            <a:tabLst/>
            <a:defRPr/>
          </a:pPr>
          <a:r>
            <a:rPr lang="en-US" sz="2200" b="0" i="0" dirty="0">
              <a:latin typeface="Calibri" panose="020F0502020204030204" pitchFamily="34" charset="0"/>
              <a:cs typeface="Calibri" panose="020F0502020204030204" pitchFamily="34" charset="0"/>
            </a:rPr>
            <a:t>Fine-Tuning</a:t>
          </a:r>
          <a:endParaRPr lang="en-US" sz="2200" dirty="0">
            <a:latin typeface="Calibri" panose="020F0502020204030204" pitchFamily="34" charset="0"/>
            <a:cs typeface="Calibri" panose="020F0502020204030204" pitchFamily="34" charset="0"/>
          </a:endParaRPr>
        </a:p>
        <a:p>
          <a:pPr marL="0" lvl="0" defTabSz="977900">
            <a:lnSpc>
              <a:spcPct val="90000"/>
            </a:lnSpc>
            <a:spcBef>
              <a:spcPct val="0"/>
            </a:spcBef>
            <a:spcAft>
              <a:spcPct val="35000"/>
            </a:spcAft>
            <a:buNone/>
          </a:pPr>
          <a:endParaRPr lang="en-US" sz="2200" b="0" i="0" dirty="0">
            <a:latin typeface="Calibri" panose="020F0502020204030204" pitchFamily="34" charset="0"/>
            <a:cs typeface="Calibri" panose="020F0502020204030204" pitchFamily="34" charset="0"/>
          </a:endParaRPr>
        </a:p>
      </dgm:t>
    </dgm:pt>
    <dgm:pt modelId="{B885ACAC-7AE7-410A-8E5A-BA29C8E0454C}" type="parTrans" cxnId="{BAB88B9F-CADD-435B-8461-66427E450021}">
      <dgm:prSet/>
      <dgm:spPr/>
      <dgm:t>
        <a:bodyPr/>
        <a:lstStyle/>
        <a:p>
          <a:endParaRPr lang="en-US"/>
        </a:p>
      </dgm:t>
    </dgm:pt>
    <dgm:pt modelId="{57D6BA12-6B22-4F19-9866-DF963AA916B4}" type="sibTrans" cxnId="{BAB88B9F-CADD-435B-8461-66427E450021}">
      <dgm:prSet phldrT="04" phldr="0"/>
      <dgm:spPr/>
      <dgm:t>
        <a:bodyPr/>
        <a:lstStyle/>
        <a:p>
          <a:endParaRPr lang="en-US"/>
        </a:p>
      </dgm:t>
    </dgm:pt>
    <dgm:pt modelId="{C7DD2FE2-FCF4-46EC-AF7E-F8B13338FCBC}">
      <dgm:prSet custT="1"/>
      <dgm:spPr/>
      <dgm:t>
        <a:bodyPr/>
        <a:lstStyle/>
        <a:p>
          <a:r>
            <a:rPr lang="en-US" sz="2200" b="0" i="0" dirty="0">
              <a:latin typeface="Calibri" panose="020F0502020204030204" pitchFamily="34" charset="0"/>
              <a:cs typeface="Calibri" panose="020F0502020204030204" pitchFamily="34" charset="0"/>
            </a:rPr>
            <a:t>Evaluation of Results</a:t>
          </a:r>
          <a:endParaRPr lang="en-US" sz="2200" dirty="0">
            <a:latin typeface="Calibri" panose="020F0502020204030204" pitchFamily="34" charset="0"/>
            <a:cs typeface="Calibri" panose="020F0502020204030204" pitchFamily="34" charset="0"/>
          </a:endParaRPr>
        </a:p>
      </dgm:t>
    </dgm:pt>
    <dgm:pt modelId="{3B4EBEC9-F186-49E3-9D57-C7CDB1D645B4}" type="parTrans" cxnId="{1C5C9B9A-715C-466F-AFA4-3B4E36980886}">
      <dgm:prSet/>
      <dgm:spPr/>
      <dgm:t>
        <a:bodyPr/>
        <a:lstStyle/>
        <a:p>
          <a:endParaRPr lang="en-US"/>
        </a:p>
      </dgm:t>
    </dgm:pt>
    <dgm:pt modelId="{FCA0E65F-2CE9-4554-8A39-F5DE75435ED4}" type="sibTrans" cxnId="{1C5C9B9A-715C-466F-AFA4-3B4E36980886}">
      <dgm:prSet phldrT="05" phldr="0"/>
      <dgm:spPr/>
      <dgm:t>
        <a:bodyPr/>
        <a:lstStyle/>
        <a:p>
          <a:endParaRPr lang="en-US"/>
        </a:p>
      </dgm:t>
    </dgm:pt>
    <dgm:pt modelId="{2DD06018-6CD6-4AF9-B65E-EF599EFABDAE}">
      <dgm:prSet custT="1"/>
      <dgm:spPr/>
      <dgm:t>
        <a:bodyPr/>
        <a:lstStyle/>
        <a:p>
          <a:r>
            <a:rPr lang="en-US" sz="2200" b="0" i="0" dirty="0">
              <a:latin typeface="Calibri" panose="020F0502020204030204" pitchFamily="34" charset="0"/>
              <a:cs typeface="Calibri" panose="020F0502020204030204" pitchFamily="34" charset="0"/>
            </a:rPr>
            <a:t>Comparison</a:t>
          </a:r>
          <a:endParaRPr lang="en-US" sz="2200" dirty="0">
            <a:latin typeface="Calibri" panose="020F0502020204030204" pitchFamily="34" charset="0"/>
            <a:cs typeface="Calibri" panose="020F0502020204030204" pitchFamily="34" charset="0"/>
          </a:endParaRPr>
        </a:p>
      </dgm:t>
    </dgm:pt>
    <dgm:pt modelId="{A148224A-815E-4546-BFAA-DE77F839A4E2}" type="parTrans" cxnId="{62350E61-3755-49B5-8A8D-8E654C5D7300}">
      <dgm:prSet/>
      <dgm:spPr/>
      <dgm:t>
        <a:bodyPr/>
        <a:lstStyle/>
        <a:p>
          <a:endParaRPr lang="en-US"/>
        </a:p>
      </dgm:t>
    </dgm:pt>
    <dgm:pt modelId="{BF3A82BF-1543-4A22-8779-73EAFAC1C232}" type="sibTrans" cxnId="{62350E61-3755-49B5-8A8D-8E654C5D7300}">
      <dgm:prSet phldrT="06" phldr="0"/>
      <dgm:spPr/>
      <dgm:t>
        <a:bodyPr/>
        <a:lstStyle/>
        <a:p>
          <a:endParaRPr lang="en-US"/>
        </a:p>
      </dgm:t>
    </dgm:pt>
    <dgm:pt modelId="{E4DBB8EF-C177-4636-A5C7-95BF3A222C9A}">
      <dgm:prSet custT="1"/>
      <dgm:spPr/>
      <dgm:t>
        <a:bodyPr/>
        <a:lstStyle/>
        <a:p>
          <a:r>
            <a:rPr lang="en-US" sz="2200" b="0" i="0" dirty="0">
              <a:latin typeface="Calibri" panose="020F0502020204030204" pitchFamily="34" charset="0"/>
              <a:cs typeface="Calibri" panose="020F0502020204030204" pitchFamily="34" charset="0"/>
            </a:rPr>
            <a:t>Prompting</a:t>
          </a:r>
          <a:endParaRPr lang="en-US" sz="2200" dirty="0">
            <a:latin typeface="Calibri" panose="020F0502020204030204" pitchFamily="34" charset="0"/>
            <a:cs typeface="Calibri" panose="020F0502020204030204" pitchFamily="34" charset="0"/>
          </a:endParaRPr>
        </a:p>
      </dgm:t>
    </dgm:pt>
    <dgm:pt modelId="{A72D758A-673F-4CE0-BA13-EC8CC296EB05}" type="parTrans" cxnId="{FF8A1BA8-1E9F-4FF7-A0F2-367AC8C66492}">
      <dgm:prSet/>
      <dgm:spPr/>
      <dgm:t>
        <a:bodyPr/>
        <a:lstStyle/>
        <a:p>
          <a:endParaRPr lang="en-US"/>
        </a:p>
      </dgm:t>
    </dgm:pt>
    <dgm:pt modelId="{60036EE1-9094-4D2B-9A0F-F78F7D88F653}" type="sibTrans" cxnId="{FF8A1BA8-1E9F-4FF7-A0F2-367AC8C66492}">
      <dgm:prSet phldrT="07" phldr="0"/>
      <dgm:spPr/>
      <dgm:t>
        <a:bodyPr/>
        <a:lstStyle/>
        <a:p>
          <a:endParaRPr lang="en-US"/>
        </a:p>
      </dgm:t>
    </dgm:pt>
    <dgm:pt modelId="{DB4A5830-C41A-4E8B-9954-1288775E051D}" type="pres">
      <dgm:prSet presAssocID="{C595A883-DBE5-4714-B85F-1B512967D846}" presName="Name0" presStyleCnt="0">
        <dgm:presLayoutVars>
          <dgm:dir/>
          <dgm:resizeHandles val="exact"/>
        </dgm:presLayoutVars>
      </dgm:prSet>
      <dgm:spPr/>
    </dgm:pt>
    <dgm:pt modelId="{9E2A2A94-D074-4376-95CA-A112487BB938}" type="pres">
      <dgm:prSet presAssocID="{A8177653-7BF8-4C17-86FE-142326633390}" presName="node" presStyleLbl="node1" presStyleIdx="0" presStyleCnt="7">
        <dgm:presLayoutVars>
          <dgm:bulletEnabled val="1"/>
        </dgm:presLayoutVars>
      </dgm:prSet>
      <dgm:spPr/>
    </dgm:pt>
    <dgm:pt modelId="{472CD6E1-26E3-4DC0-9718-8B9551EBAC08}" type="pres">
      <dgm:prSet presAssocID="{8882CBA7-B95C-4630-8965-0BF22A80213E}" presName="sibTrans" presStyleLbl="sibTrans1D1" presStyleIdx="0" presStyleCnt="6"/>
      <dgm:spPr/>
    </dgm:pt>
    <dgm:pt modelId="{B4FD14EC-304A-43CD-9A99-DC7BCD7733CD}" type="pres">
      <dgm:prSet presAssocID="{8882CBA7-B95C-4630-8965-0BF22A80213E}" presName="connectorText" presStyleLbl="sibTrans1D1" presStyleIdx="0" presStyleCnt="6"/>
      <dgm:spPr/>
    </dgm:pt>
    <dgm:pt modelId="{EDE33956-AA21-405D-8BDD-7CB18286F055}" type="pres">
      <dgm:prSet presAssocID="{2996C603-88EF-430F-B992-79A3FF01B613}" presName="node" presStyleLbl="node1" presStyleIdx="1" presStyleCnt="7" custLinFactNeighborX="-637" custLinFactNeighborY="41">
        <dgm:presLayoutVars>
          <dgm:bulletEnabled val="1"/>
        </dgm:presLayoutVars>
      </dgm:prSet>
      <dgm:spPr/>
    </dgm:pt>
    <dgm:pt modelId="{FE52A70F-CBF5-4264-922B-5ED4D6A26649}" type="pres">
      <dgm:prSet presAssocID="{54A3134F-AD58-4B3A-B31D-F51F36503E90}" presName="sibTrans" presStyleLbl="sibTrans1D1" presStyleIdx="1" presStyleCnt="6"/>
      <dgm:spPr/>
    </dgm:pt>
    <dgm:pt modelId="{0F8C484F-EC2A-4AFC-B56A-2FDDCE505A54}" type="pres">
      <dgm:prSet presAssocID="{54A3134F-AD58-4B3A-B31D-F51F36503E90}" presName="connectorText" presStyleLbl="sibTrans1D1" presStyleIdx="1" presStyleCnt="6"/>
      <dgm:spPr/>
    </dgm:pt>
    <dgm:pt modelId="{A4CB401A-C811-4378-A60C-7866E169D82E}" type="pres">
      <dgm:prSet presAssocID="{AE6CAF0B-B0BC-4816-9BE8-147F25F4980D}" presName="node" presStyleLbl="node1" presStyleIdx="2" presStyleCnt="7">
        <dgm:presLayoutVars>
          <dgm:bulletEnabled val="1"/>
        </dgm:presLayoutVars>
      </dgm:prSet>
      <dgm:spPr/>
    </dgm:pt>
    <dgm:pt modelId="{07DACFB6-8BF1-4697-A60B-6337A112E643}" type="pres">
      <dgm:prSet presAssocID="{FB44A8E8-888B-4776-8496-5904243214F8}" presName="sibTrans" presStyleLbl="sibTrans1D1" presStyleIdx="2" presStyleCnt="6"/>
      <dgm:spPr/>
    </dgm:pt>
    <dgm:pt modelId="{8E84575E-7B40-4108-9871-F31C53CE8A1F}" type="pres">
      <dgm:prSet presAssocID="{FB44A8E8-888B-4776-8496-5904243214F8}" presName="connectorText" presStyleLbl="sibTrans1D1" presStyleIdx="2" presStyleCnt="6"/>
      <dgm:spPr/>
    </dgm:pt>
    <dgm:pt modelId="{FD33AFD0-0082-4633-8285-04CA6CC7965B}" type="pres">
      <dgm:prSet presAssocID="{F5249AF6-7562-4232-A774-E0A4EC6B99CD}" presName="node" presStyleLbl="node1" presStyleIdx="3" presStyleCnt="7">
        <dgm:presLayoutVars>
          <dgm:bulletEnabled val="1"/>
        </dgm:presLayoutVars>
      </dgm:prSet>
      <dgm:spPr/>
    </dgm:pt>
    <dgm:pt modelId="{80064631-B442-4374-9BA4-8BE7A693E741}" type="pres">
      <dgm:prSet presAssocID="{57D6BA12-6B22-4F19-9866-DF963AA916B4}" presName="sibTrans" presStyleLbl="sibTrans1D1" presStyleIdx="3" presStyleCnt="6"/>
      <dgm:spPr/>
    </dgm:pt>
    <dgm:pt modelId="{EED6E647-9114-4CCA-AF50-DAA632175F34}" type="pres">
      <dgm:prSet presAssocID="{57D6BA12-6B22-4F19-9866-DF963AA916B4}" presName="connectorText" presStyleLbl="sibTrans1D1" presStyleIdx="3" presStyleCnt="6"/>
      <dgm:spPr/>
    </dgm:pt>
    <dgm:pt modelId="{BA4CF375-1533-4685-98F5-3BA0C31DC58A}" type="pres">
      <dgm:prSet presAssocID="{C7DD2FE2-FCF4-46EC-AF7E-F8B13338FCBC}" presName="node" presStyleLbl="node1" presStyleIdx="4" presStyleCnt="7">
        <dgm:presLayoutVars>
          <dgm:bulletEnabled val="1"/>
        </dgm:presLayoutVars>
      </dgm:prSet>
      <dgm:spPr/>
    </dgm:pt>
    <dgm:pt modelId="{DAA7B4C4-4CAC-494D-8EB2-AEC1277E3A04}" type="pres">
      <dgm:prSet presAssocID="{FCA0E65F-2CE9-4554-8A39-F5DE75435ED4}" presName="sibTrans" presStyleLbl="sibTrans1D1" presStyleIdx="4" presStyleCnt="6"/>
      <dgm:spPr/>
    </dgm:pt>
    <dgm:pt modelId="{84FEC1FD-A691-476F-AFAC-EFF270C63182}" type="pres">
      <dgm:prSet presAssocID="{FCA0E65F-2CE9-4554-8A39-F5DE75435ED4}" presName="connectorText" presStyleLbl="sibTrans1D1" presStyleIdx="4" presStyleCnt="6"/>
      <dgm:spPr/>
    </dgm:pt>
    <dgm:pt modelId="{10030F0A-A7BD-440B-9959-BCD25954D827}" type="pres">
      <dgm:prSet presAssocID="{2DD06018-6CD6-4AF9-B65E-EF599EFABDAE}" presName="node" presStyleLbl="node1" presStyleIdx="5" presStyleCnt="7">
        <dgm:presLayoutVars>
          <dgm:bulletEnabled val="1"/>
        </dgm:presLayoutVars>
      </dgm:prSet>
      <dgm:spPr/>
    </dgm:pt>
    <dgm:pt modelId="{8FCE5F05-B4A3-41C8-A819-740999A98604}" type="pres">
      <dgm:prSet presAssocID="{BF3A82BF-1543-4A22-8779-73EAFAC1C232}" presName="sibTrans" presStyleLbl="sibTrans1D1" presStyleIdx="5" presStyleCnt="6"/>
      <dgm:spPr/>
    </dgm:pt>
    <dgm:pt modelId="{BA00077D-CF9C-4FF4-98CA-559DAD8C92D5}" type="pres">
      <dgm:prSet presAssocID="{BF3A82BF-1543-4A22-8779-73EAFAC1C232}" presName="connectorText" presStyleLbl="sibTrans1D1" presStyleIdx="5" presStyleCnt="6"/>
      <dgm:spPr/>
    </dgm:pt>
    <dgm:pt modelId="{EFEC1BE7-D11A-4A7B-869A-130AD1ED5F4E}" type="pres">
      <dgm:prSet presAssocID="{E4DBB8EF-C177-4636-A5C7-95BF3A222C9A}" presName="node" presStyleLbl="node1" presStyleIdx="6" presStyleCnt="7">
        <dgm:presLayoutVars>
          <dgm:bulletEnabled val="1"/>
        </dgm:presLayoutVars>
      </dgm:prSet>
      <dgm:spPr/>
    </dgm:pt>
  </dgm:ptLst>
  <dgm:cxnLst>
    <dgm:cxn modelId="{C1A10201-1991-447A-8158-757E5172B4B8}" type="presOf" srcId="{57D6BA12-6B22-4F19-9866-DF963AA916B4}" destId="{EED6E647-9114-4CCA-AF50-DAA632175F34}" srcOrd="1" destOrd="0" presId="urn:microsoft.com/office/officeart/2016/7/layout/RepeatingBendingProcessNew"/>
    <dgm:cxn modelId="{BFC36C05-C11F-4997-9D30-B1DF313E4532}" type="presOf" srcId="{2996C603-88EF-430F-B992-79A3FF01B613}" destId="{EDE33956-AA21-405D-8BDD-7CB18286F055}" srcOrd="0" destOrd="0" presId="urn:microsoft.com/office/officeart/2016/7/layout/RepeatingBendingProcessNew"/>
    <dgm:cxn modelId="{EB3E8509-F819-45DE-AE78-F058FB07A764}" type="presOf" srcId="{54A3134F-AD58-4B3A-B31D-F51F36503E90}" destId="{0F8C484F-EC2A-4AFC-B56A-2FDDCE505A54}" srcOrd="1" destOrd="0" presId="urn:microsoft.com/office/officeart/2016/7/layout/RepeatingBendingProcessNew"/>
    <dgm:cxn modelId="{3E27370F-209A-479C-A213-89CB8A50FD27}" type="presOf" srcId="{8882CBA7-B95C-4630-8965-0BF22A80213E}" destId="{B4FD14EC-304A-43CD-9A99-DC7BCD7733CD}" srcOrd="1" destOrd="0" presId="urn:microsoft.com/office/officeart/2016/7/layout/RepeatingBendingProcessNew"/>
    <dgm:cxn modelId="{66680618-20C2-4CAF-937E-0B7651DD35CE}" type="presOf" srcId="{BF3A82BF-1543-4A22-8779-73EAFAC1C232}" destId="{8FCE5F05-B4A3-41C8-A819-740999A98604}" srcOrd="0" destOrd="0" presId="urn:microsoft.com/office/officeart/2016/7/layout/RepeatingBendingProcessNew"/>
    <dgm:cxn modelId="{EF2EAC23-33E1-4539-B997-1958C26A4EF4}" type="presOf" srcId="{AE6CAF0B-B0BC-4816-9BE8-147F25F4980D}" destId="{A4CB401A-C811-4378-A60C-7866E169D82E}" srcOrd="0" destOrd="0" presId="urn:microsoft.com/office/officeart/2016/7/layout/RepeatingBendingProcessNew"/>
    <dgm:cxn modelId="{ED7C8340-21AE-424B-A0DC-D1FEA49E8486}" srcId="{C595A883-DBE5-4714-B85F-1B512967D846}" destId="{AE6CAF0B-B0BC-4816-9BE8-147F25F4980D}" srcOrd="2" destOrd="0" parTransId="{D9054128-A1B1-46C4-8448-A74F5DF9F82E}" sibTransId="{FB44A8E8-888B-4776-8496-5904243214F8}"/>
    <dgm:cxn modelId="{62350E61-3755-49B5-8A8D-8E654C5D7300}" srcId="{C595A883-DBE5-4714-B85F-1B512967D846}" destId="{2DD06018-6CD6-4AF9-B65E-EF599EFABDAE}" srcOrd="5" destOrd="0" parTransId="{A148224A-815E-4546-BFAA-DE77F839A4E2}" sibTransId="{BF3A82BF-1543-4A22-8779-73EAFAC1C232}"/>
    <dgm:cxn modelId="{20295242-51FB-4BF4-B5D0-0ECDAA8F6D09}" type="presOf" srcId="{BF3A82BF-1543-4A22-8779-73EAFAC1C232}" destId="{BA00077D-CF9C-4FF4-98CA-559DAD8C92D5}" srcOrd="1" destOrd="0" presId="urn:microsoft.com/office/officeart/2016/7/layout/RepeatingBendingProcessNew"/>
    <dgm:cxn modelId="{435EFB45-B22B-4A0A-AB58-193A96FBEA7F}" type="presOf" srcId="{FB44A8E8-888B-4776-8496-5904243214F8}" destId="{8E84575E-7B40-4108-9871-F31C53CE8A1F}" srcOrd="1" destOrd="0" presId="urn:microsoft.com/office/officeart/2016/7/layout/RepeatingBendingProcessNew"/>
    <dgm:cxn modelId="{59500746-803F-46EF-B902-4ECE54A9D7C9}" type="presOf" srcId="{F5249AF6-7562-4232-A774-E0A4EC6B99CD}" destId="{FD33AFD0-0082-4633-8285-04CA6CC7965B}" srcOrd="0" destOrd="0" presId="urn:microsoft.com/office/officeart/2016/7/layout/RepeatingBendingProcessNew"/>
    <dgm:cxn modelId="{94A87648-2388-4C30-95EA-61698E80C962}" type="presOf" srcId="{8882CBA7-B95C-4630-8965-0BF22A80213E}" destId="{472CD6E1-26E3-4DC0-9718-8B9551EBAC08}" srcOrd="0" destOrd="0" presId="urn:microsoft.com/office/officeart/2016/7/layout/RepeatingBendingProcessNew"/>
    <dgm:cxn modelId="{A982B948-70CE-4A73-893F-DACD1AA79DC8}" type="presOf" srcId="{2DD06018-6CD6-4AF9-B65E-EF599EFABDAE}" destId="{10030F0A-A7BD-440B-9959-BCD25954D827}" srcOrd="0" destOrd="0" presId="urn:microsoft.com/office/officeart/2016/7/layout/RepeatingBendingProcessNew"/>
    <dgm:cxn modelId="{DF928C6A-D5CB-4ED0-AA4E-373C013C15A7}" type="presOf" srcId="{FCA0E65F-2CE9-4554-8A39-F5DE75435ED4}" destId="{84FEC1FD-A691-476F-AFAC-EFF270C63182}" srcOrd="1" destOrd="0" presId="urn:microsoft.com/office/officeart/2016/7/layout/RepeatingBendingProcessNew"/>
    <dgm:cxn modelId="{371D9E4D-0CDB-43F6-B9E3-C5BE06140031}" srcId="{C595A883-DBE5-4714-B85F-1B512967D846}" destId="{A8177653-7BF8-4C17-86FE-142326633390}" srcOrd="0" destOrd="0" parTransId="{DFA17E34-72A7-452B-BAE3-3533053B4B49}" sibTransId="{8882CBA7-B95C-4630-8965-0BF22A80213E}"/>
    <dgm:cxn modelId="{D088216F-5ED7-422B-9841-D558FD501F4D}" type="presOf" srcId="{C7DD2FE2-FCF4-46EC-AF7E-F8B13338FCBC}" destId="{BA4CF375-1533-4685-98F5-3BA0C31DC58A}" srcOrd="0" destOrd="0" presId="urn:microsoft.com/office/officeart/2016/7/layout/RepeatingBendingProcessNew"/>
    <dgm:cxn modelId="{AB8C586F-6429-4BB0-9207-2827FBBBFEA4}" type="presOf" srcId="{E4DBB8EF-C177-4636-A5C7-95BF3A222C9A}" destId="{EFEC1BE7-D11A-4A7B-869A-130AD1ED5F4E}" srcOrd="0" destOrd="0" presId="urn:microsoft.com/office/officeart/2016/7/layout/RepeatingBendingProcessNew"/>
    <dgm:cxn modelId="{50618D7A-41FC-47D0-B748-079917D916EC}" type="presOf" srcId="{A8177653-7BF8-4C17-86FE-142326633390}" destId="{9E2A2A94-D074-4376-95CA-A112487BB938}" srcOrd="0" destOrd="0" presId="urn:microsoft.com/office/officeart/2016/7/layout/RepeatingBendingProcessNew"/>
    <dgm:cxn modelId="{B1BE269A-7525-4DEE-9606-68C0D8F6261F}" type="presOf" srcId="{57D6BA12-6B22-4F19-9866-DF963AA916B4}" destId="{80064631-B442-4374-9BA4-8BE7A693E741}" srcOrd="0" destOrd="0" presId="urn:microsoft.com/office/officeart/2016/7/layout/RepeatingBendingProcessNew"/>
    <dgm:cxn modelId="{1C5C9B9A-715C-466F-AFA4-3B4E36980886}" srcId="{C595A883-DBE5-4714-B85F-1B512967D846}" destId="{C7DD2FE2-FCF4-46EC-AF7E-F8B13338FCBC}" srcOrd="4" destOrd="0" parTransId="{3B4EBEC9-F186-49E3-9D57-C7CDB1D645B4}" sibTransId="{FCA0E65F-2CE9-4554-8A39-F5DE75435ED4}"/>
    <dgm:cxn modelId="{9ED1929B-8A43-415B-B1D0-ED0256F778F1}" type="presOf" srcId="{54A3134F-AD58-4B3A-B31D-F51F36503E90}" destId="{FE52A70F-CBF5-4264-922B-5ED4D6A26649}" srcOrd="0" destOrd="0" presId="urn:microsoft.com/office/officeart/2016/7/layout/RepeatingBendingProcessNew"/>
    <dgm:cxn modelId="{BAB88B9F-CADD-435B-8461-66427E450021}" srcId="{C595A883-DBE5-4714-B85F-1B512967D846}" destId="{F5249AF6-7562-4232-A774-E0A4EC6B99CD}" srcOrd="3" destOrd="0" parTransId="{B885ACAC-7AE7-410A-8E5A-BA29C8E0454C}" sibTransId="{57D6BA12-6B22-4F19-9866-DF963AA916B4}"/>
    <dgm:cxn modelId="{E2A384A3-EB24-4B96-B723-8EA002A4D56C}" type="presOf" srcId="{C595A883-DBE5-4714-B85F-1B512967D846}" destId="{DB4A5830-C41A-4E8B-9954-1288775E051D}" srcOrd="0" destOrd="0" presId="urn:microsoft.com/office/officeart/2016/7/layout/RepeatingBendingProcessNew"/>
    <dgm:cxn modelId="{FF8A1BA8-1E9F-4FF7-A0F2-367AC8C66492}" srcId="{C595A883-DBE5-4714-B85F-1B512967D846}" destId="{E4DBB8EF-C177-4636-A5C7-95BF3A222C9A}" srcOrd="6" destOrd="0" parTransId="{A72D758A-673F-4CE0-BA13-EC8CC296EB05}" sibTransId="{60036EE1-9094-4D2B-9A0F-F78F7D88F653}"/>
    <dgm:cxn modelId="{4B369FB7-C1DC-4B5B-BBCE-BE0BEABC2D0F}" type="presOf" srcId="{FCA0E65F-2CE9-4554-8A39-F5DE75435ED4}" destId="{DAA7B4C4-4CAC-494D-8EB2-AEC1277E3A04}" srcOrd="0" destOrd="0" presId="urn:microsoft.com/office/officeart/2016/7/layout/RepeatingBendingProcessNew"/>
    <dgm:cxn modelId="{9E17FEBC-8728-4165-954D-4CB42A1F405C}" type="presOf" srcId="{FB44A8E8-888B-4776-8496-5904243214F8}" destId="{07DACFB6-8BF1-4697-A60B-6337A112E643}" srcOrd="0" destOrd="0" presId="urn:microsoft.com/office/officeart/2016/7/layout/RepeatingBendingProcessNew"/>
    <dgm:cxn modelId="{EFF791CE-E654-427F-8E8A-3E87D1BD6BA9}" srcId="{C595A883-DBE5-4714-B85F-1B512967D846}" destId="{2996C603-88EF-430F-B992-79A3FF01B613}" srcOrd="1" destOrd="0" parTransId="{8CEA64FA-8D06-45DA-9121-BBF798F32454}" sibTransId="{54A3134F-AD58-4B3A-B31D-F51F36503E90}"/>
    <dgm:cxn modelId="{3977D421-F01B-45C4-A9DB-3F4935F22561}" type="presParOf" srcId="{DB4A5830-C41A-4E8B-9954-1288775E051D}" destId="{9E2A2A94-D074-4376-95CA-A112487BB938}" srcOrd="0" destOrd="0" presId="urn:microsoft.com/office/officeart/2016/7/layout/RepeatingBendingProcessNew"/>
    <dgm:cxn modelId="{EA27742D-9BB8-41B9-9C22-3D561E312ACC}" type="presParOf" srcId="{DB4A5830-C41A-4E8B-9954-1288775E051D}" destId="{472CD6E1-26E3-4DC0-9718-8B9551EBAC08}" srcOrd="1" destOrd="0" presId="urn:microsoft.com/office/officeart/2016/7/layout/RepeatingBendingProcessNew"/>
    <dgm:cxn modelId="{D9BB7067-A4FC-446B-920F-F7B7780D0D3B}" type="presParOf" srcId="{472CD6E1-26E3-4DC0-9718-8B9551EBAC08}" destId="{B4FD14EC-304A-43CD-9A99-DC7BCD7733CD}" srcOrd="0" destOrd="0" presId="urn:microsoft.com/office/officeart/2016/7/layout/RepeatingBendingProcessNew"/>
    <dgm:cxn modelId="{3C6C261C-1BA1-4AFD-B1FB-E7BC592DBE80}" type="presParOf" srcId="{DB4A5830-C41A-4E8B-9954-1288775E051D}" destId="{EDE33956-AA21-405D-8BDD-7CB18286F055}" srcOrd="2" destOrd="0" presId="urn:microsoft.com/office/officeart/2016/7/layout/RepeatingBendingProcessNew"/>
    <dgm:cxn modelId="{8FEF21B1-46B7-4539-9104-70EE3704220D}" type="presParOf" srcId="{DB4A5830-C41A-4E8B-9954-1288775E051D}" destId="{FE52A70F-CBF5-4264-922B-5ED4D6A26649}" srcOrd="3" destOrd="0" presId="urn:microsoft.com/office/officeart/2016/7/layout/RepeatingBendingProcessNew"/>
    <dgm:cxn modelId="{A3C49B41-6F7A-4EE0-9DE5-B1F0EDBBF02E}" type="presParOf" srcId="{FE52A70F-CBF5-4264-922B-5ED4D6A26649}" destId="{0F8C484F-EC2A-4AFC-B56A-2FDDCE505A54}" srcOrd="0" destOrd="0" presId="urn:microsoft.com/office/officeart/2016/7/layout/RepeatingBendingProcessNew"/>
    <dgm:cxn modelId="{E6378421-3616-4C1C-B19B-E8A1C08B8454}" type="presParOf" srcId="{DB4A5830-C41A-4E8B-9954-1288775E051D}" destId="{A4CB401A-C811-4378-A60C-7866E169D82E}" srcOrd="4" destOrd="0" presId="urn:microsoft.com/office/officeart/2016/7/layout/RepeatingBendingProcessNew"/>
    <dgm:cxn modelId="{BDB5B320-B6D8-4EF6-933C-03E6D3E58EDE}" type="presParOf" srcId="{DB4A5830-C41A-4E8B-9954-1288775E051D}" destId="{07DACFB6-8BF1-4697-A60B-6337A112E643}" srcOrd="5" destOrd="0" presId="urn:microsoft.com/office/officeart/2016/7/layout/RepeatingBendingProcessNew"/>
    <dgm:cxn modelId="{0FF9C041-CAE5-4C4F-9503-74FB5A1BD9E3}" type="presParOf" srcId="{07DACFB6-8BF1-4697-A60B-6337A112E643}" destId="{8E84575E-7B40-4108-9871-F31C53CE8A1F}" srcOrd="0" destOrd="0" presId="urn:microsoft.com/office/officeart/2016/7/layout/RepeatingBendingProcessNew"/>
    <dgm:cxn modelId="{CDACCB95-8314-4941-A27F-C20903745B33}" type="presParOf" srcId="{DB4A5830-C41A-4E8B-9954-1288775E051D}" destId="{FD33AFD0-0082-4633-8285-04CA6CC7965B}" srcOrd="6" destOrd="0" presId="urn:microsoft.com/office/officeart/2016/7/layout/RepeatingBendingProcessNew"/>
    <dgm:cxn modelId="{ADF08667-FE75-44D6-925D-D826CF1280EF}" type="presParOf" srcId="{DB4A5830-C41A-4E8B-9954-1288775E051D}" destId="{80064631-B442-4374-9BA4-8BE7A693E741}" srcOrd="7" destOrd="0" presId="urn:microsoft.com/office/officeart/2016/7/layout/RepeatingBendingProcessNew"/>
    <dgm:cxn modelId="{E53AF41A-B6EB-4565-B57A-0DCAD108B6A9}" type="presParOf" srcId="{80064631-B442-4374-9BA4-8BE7A693E741}" destId="{EED6E647-9114-4CCA-AF50-DAA632175F34}" srcOrd="0" destOrd="0" presId="urn:microsoft.com/office/officeart/2016/7/layout/RepeatingBendingProcessNew"/>
    <dgm:cxn modelId="{AED09BC1-4FC3-4658-80B3-72F6F2F6FB82}" type="presParOf" srcId="{DB4A5830-C41A-4E8B-9954-1288775E051D}" destId="{BA4CF375-1533-4685-98F5-3BA0C31DC58A}" srcOrd="8" destOrd="0" presId="urn:microsoft.com/office/officeart/2016/7/layout/RepeatingBendingProcessNew"/>
    <dgm:cxn modelId="{8D4814BC-E278-4FAB-85C4-56E72720D484}" type="presParOf" srcId="{DB4A5830-C41A-4E8B-9954-1288775E051D}" destId="{DAA7B4C4-4CAC-494D-8EB2-AEC1277E3A04}" srcOrd="9" destOrd="0" presId="urn:microsoft.com/office/officeart/2016/7/layout/RepeatingBendingProcessNew"/>
    <dgm:cxn modelId="{79DFBB27-DBE7-4986-B080-8E6F71EDB808}" type="presParOf" srcId="{DAA7B4C4-4CAC-494D-8EB2-AEC1277E3A04}" destId="{84FEC1FD-A691-476F-AFAC-EFF270C63182}" srcOrd="0" destOrd="0" presId="urn:microsoft.com/office/officeart/2016/7/layout/RepeatingBendingProcessNew"/>
    <dgm:cxn modelId="{61D8FBF4-B981-4375-B672-C1CED015B109}" type="presParOf" srcId="{DB4A5830-C41A-4E8B-9954-1288775E051D}" destId="{10030F0A-A7BD-440B-9959-BCD25954D827}" srcOrd="10" destOrd="0" presId="urn:microsoft.com/office/officeart/2016/7/layout/RepeatingBendingProcessNew"/>
    <dgm:cxn modelId="{3B22FD6D-1306-4E41-AF05-82E4098EE5DD}" type="presParOf" srcId="{DB4A5830-C41A-4E8B-9954-1288775E051D}" destId="{8FCE5F05-B4A3-41C8-A819-740999A98604}" srcOrd="11" destOrd="0" presId="urn:microsoft.com/office/officeart/2016/7/layout/RepeatingBendingProcessNew"/>
    <dgm:cxn modelId="{29F4DE0A-8F81-434E-BBE1-61542277CD13}" type="presParOf" srcId="{8FCE5F05-B4A3-41C8-A819-740999A98604}" destId="{BA00077D-CF9C-4FF4-98CA-559DAD8C92D5}" srcOrd="0" destOrd="0" presId="urn:microsoft.com/office/officeart/2016/7/layout/RepeatingBendingProcessNew"/>
    <dgm:cxn modelId="{23ED40F1-27BC-4CEF-82C6-555C7F6C4FAA}" type="presParOf" srcId="{DB4A5830-C41A-4E8B-9954-1288775E051D}" destId="{EFEC1BE7-D11A-4A7B-869A-130AD1ED5F4E}" srcOrd="1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C783E-7882-43AC-9EB7-CA89061F43CE}">
      <dsp:nvSpPr>
        <dsp:cNvPr id="0" name=""/>
        <dsp:cNvSpPr/>
      </dsp:nvSpPr>
      <dsp:spPr>
        <a:xfrm>
          <a:off x="0" y="0"/>
          <a:ext cx="6888139" cy="1580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D875EE-DCC2-4DCA-82D4-014129F8BF60}">
      <dsp:nvSpPr>
        <dsp:cNvPr id="0" name=""/>
        <dsp:cNvSpPr/>
      </dsp:nvSpPr>
      <dsp:spPr>
        <a:xfrm>
          <a:off x="478137" y="356314"/>
          <a:ext cx="869340" cy="8693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AB4695F-A487-4C37-B410-1E6ACB640928}">
      <dsp:nvSpPr>
        <dsp:cNvPr id="0" name=""/>
        <dsp:cNvSpPr/>
      </dsp:nvSpPr>
      <dsp:spPr>
        <a:xfrm>
          <a:off x="1825614" y="675"/>
          <a:ext cx="5062524" cy="1580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282" tIns="167282" rIns="167282" bIns="167282" numCol="1" spcCol="1270" anchor="ctr" anchorCtr="0">
          <a:noAutofit/>
        </a:bodyPr>
        <a:lstStyle/>
        <a:p>
          <a:pPr marL="0" lvl="0" indent="0" algn="l" defTabSz="800100">
            <a:lnSpc>
              <a:spcPct val="90000"/>
            </a:lnSpc>
            <a:spcBef>
              <a:spcPct val="0"/>
            </a:spcBef>
            <a:spcAft>
              <a:spcPct val="35000"/>
            </a:spcAft>
            <a:buNone/>
          </a:pPr>
          <a:r>
            <a:rPr lang="en-US" sz="1800" b="0" i="0" kern="1200" dirty="0">
              <a:solidFill>
                <a:schemeClr val="tx1"/>
              </a:solidFill>
              <a:latin typeface="Calibri" panose="020F0502020204030204" pitchFamily="34" charset="0"/>
              <a:cs typeface="Calibri" panose="020F0502020204030204" pitchFamily="34" charset="0"/>
            </a:rPr>
            <a:t>Hate Speech Spreading Misinformation</a:t>
          </a:r>
          <a:endParaRPr lang="en-US" sz="1800" kern="1200" dirty="0">
            <a:solidFill>
              <a:schemeClr val="tx1"/>
            </a:solidFill>
            <a:latin typeface="Calibri" panose="020F0502020204030204" pitchFamily="34" charset="0"/>
            <a:cs typeface="Calibri" panose="020F0502020204030204" pitchFamily="34" charset="0"/>
          </a:endParaRPr>
        </a:p>
      </dsp:txBody>
      <dsp:txXfrm>
        <a:off x="1825614" y="675"/>
        <a:ext cx="5062524" cy="1580618"/>
      </dsp:txXfrm>
    </dsp:sp>
    <dsp:sp modelId="{EDF5DF93-0734-4CE8-9DC0-B2BBE7841928}">
      <dsp:nvSpPr>
        <dsp:cNvPr id="0" name=""/>
        <dsp:cNvSpPr/>
      </dsp:nvSpPr>
      <dsp:spPr>
        <a:xfrm>
          <a:off x="0" y="1976449"/>
          <a:ext cx="6888139" cy="1580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7111F1-2E83-4B28-874A-552D3C9D6C19}">
      <dsp:nvSpPr>
        <dsp:cNvPr id="0" name=""/>
        <dsp:cNvSpPr/>
      </dsp:nvSpPr>
      <dsp:spPr>
        <a:xfrm>
          <a:off x="478137" y="2332088"/>
          <a:ext cx="869340" cy="8693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2D50B35-D723-455C-9B4E-81A1CAFBEEA1}">
      <dsp:nvSpPr>
        <dsp:cNvPr id="0" name=""/>
        <dsp:cNvSpPr/>
      </dsp:nvSpPr>
      <dsp:spPr>
        <a:xfrm>
          <a:off x="1825614" y="1976449"/>
          <a:ext cx="5062524" cy="1580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282" tIns="167282" rIns="167282" bIns="167282" numCol="1" spcCol="1270" anchor="ctr" anchorCtr="0">
          <a:noAutofit/>
        </a:bodyPr>
        <a:lstStyle/>
        <a:p>
          <a:pPr marL="0" lvl="0" indent="0" algn="l" defTabSz="800100">
            <a:lnSpc>
              <a:spcPct val="90000"/>
            </a:lnSpc>
            <a:spcBef>
              <a:spcPct val="0"/>
            </a:spcBef>
            <a:spcAft>
              <a:spcPct val="35000"/>
            </a:spcAft>
            <a:buNone/>
          </a:pPr>
          <a:r>
            <a:rPr lang="en-US" sz="1800" b="0" i="0" kern="1200" dirty="0">
              <a:solidFill>
                <a:schemeClr val="tx1"/>
              </a:solidFill>
              <a:latin typeface="Calibri" panose="020F0502020204030204" pitchFamily="34" charset="0"/>
              <a:cs typeface="Calibri" panose="020F0502020204030204" pitchFamily="34" charset="0"/>
            </a:rPr>
            <a:t>Fake News Amplifies Hate Speech</a:t>
          </a:r>
          <a:endParaRPr lang="en-US" sz="1800" kern="1200" dirty="0">
            <a:solidFill>
              <a:schemeClr val="tx1"/>
            </a:solidFill>
            <a:latin typeface="Calibri" panose="020F0502020204030204" pitchFamily="34" charset="0"/>
            <a:cs typeface="Calibri" panose="020F0502020204030204" pitchFamily="34" charset="0"/>
          </a:endParaRPr>
        </a:p>
      </dsp:txBody>
      <dsp:txXfrm>
        <a:off x="1825614" y="1976449"/>
        <a:ext cx="5062524" cy="1580618"/>
      </dsp:txXfrm>
    </dsp:sp>
    <dsp:sp modelId="{EA7565F0-4B58-4123-963C-CDE7A9F3D09C}">
      <dsp:nvSpPr>
        <dsp:cNvPr id="0" name=""/>
        <dsp:cNvSpPr/>
      </dsp:nvSpPr>
      <dsp:spPr>
        <a:xfrm>
          <a:off x="0" y="3952222"/>
          <a:ext cx="6888139" cy="1580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AA3530-ABAD-49C5-8C5D-2454B8CA0972}">
      <dsp:nvSpPr>
        <dsp:cNvPr id="0" name=""/>
        <dsp:cNvSpPr/>
      </dsp:nvSpPr>
      <dsp:spPr>
        <a:xfrm>
          <a:off x="478137" y="4307861"/>
          <a:ext cx="869340" cy="8693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F8D5A1F-BB74-4BBB-9992-6A357ED83E19}">
      <dsp:nvSpPr>
        <dsp:cNvPr id="0" name=""/>
        <dsp:cNvSpPr/>
      </dsp:nvSpPr>
      <dsp:spPr>
        <a:xfrm>
          <a:off x="1825614" y="3952222"/>
          <a:ext cx="5062524" cy="1580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282" tIns="167282" rIns="167282" bIns="167282" numCol="1" spcCol="1270" anchor="ctr" anchorCtr="0">
          <a:noAutofit/>
        </a:bodyPr>
        <a:lstStyle/>
        <a:p>
          <a:pPr marL="0" lvl="0" indent="0" algn="l" defTabSz="800100">
            <a:lnSpc>
              <a:spcPct val="90000"/>
            </a:lnSpc>
            <a:spcBef>
              <a:spcPct val="0"/>
            </a:spcBef>
            <a:spcAft>
              <a:spcPct val="35000"/>
            </a:spcAft>
            <a:buNone/>
          </a:pPr>
          <a:r>
            <a:rPr lang="en-US" sz="1800" b="0" i="0" kern="1200" dirty="0">
              <a:solidFill>
                <a:schemeClr val="tx1"/>
              </a:solidFill>
              <a:latin typeface="Calibri" panose="020F0502020204030204" pitchFamily="34" charset="0"/>
              <a:cs typeface="Calibri" panose="020F0502020204030204" pitchFamily="34" charset="0"/>
            </a:rPr>
            <a:t>Toxicity Incites Misinformation and Hate Speech</a:t>
          </a:r>
          <a:endParaRPr lang="en-US" sz="1800" kern="1200" dirty="0">
            <a:latin typeface="Calibri" panose="020F0502020204030204" pitchFamily="34" charset="0"/>
            <a:cs typeface="Calibri" panose="020F0502020204030204" pitchFamily="34" charset="0"/>
          </a:endParaRPr>
        </a:p>
      </dsp:txBody>
      <dsp:txXfrm>
        <a:off x="1825614" y="3952222"/>
        <a:ext cx="5062524" cy="15806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684059-05CE-4AE6-83F1-7F4B17C64117}">
      <dsp:nvSpPr>
        <dsp:cNvPr id="0" name=""/>
        <dsp:cNvSpPr/>
      </dsp:nvSpPr>
      <dsp:spPr>
        <a:xfrm>
          <a:off x="1003637" y="1179856"/>
          <a:ext cx="1079367" cy="10793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6DE3A7E-8D50-4E5F-B9C8-0B46317695CB}">
      <dsp:nvSpPr>
        <dsp:cNvPr id="0" name=""/>
        <dsp:cNvSpPr/>
      </dsp:nvSpPr>
      <dsp:spPr>
        <a:xfrm>
          <a:off x="1367" y="2342982"/>
          <a:ext cx="3083906" cy="4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dirty="0">
              <a:latin typeface="Calibri" panose="020F0502020204030204" pitchFamily="34" charset="0"/>
              <a:cs typeface="Calibri" panose="020F0502020204030204" pitchFamily="34" charset="0"/>
            </a:rPr>
            <a:t>Evaluate</a:t>
          </a:r>
        </a:p>
      </dsp:txBody>
      <dsp:txXfrm>
        <a:off x="1367" y="2342982"/>
        <a:ext cx="3083906" cy="462585"/>
      </dsp:txXfrm>
    </dsp:sp>
    <dsp:sp modelId="{B9E8B406-CABB-46B3-871A-C162AF3ACBA4}">
      <dsp:nvSpPr>
        <dsp:cNvPr id="0" name=""/>
        <dsp:cNvSpPr/>
      </dsp:nvSpPr>
      <dsp:spPr>
        <a:xfrm>
          <a:off x="1367" y="2844526"/>
          <a:ext cx="3083906" cy="283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Calibri" panose="020F0502020204030204" pitchFamily="34" charset="0"/>
              <a:cs typeface="Calibri" panose="020F0502020204030204" pitchFamily="34" charset="0"/>
            </a:rPr>
            <a:t>Evaluate Multi-task Learning</a:t>
          </a:r>
        </a:p>
      </dsp:txBody>
      <dsp:txXfrm>
        <a:off x="1367" y="2844526"/>
        <a:ext cx="3083906" cy="283213"/>
      </dsp:txXfrm>
    </dsp:sp>
    <dsp:sp modelId="{31918331-D885-4739-8387-3E27F7E1262D}">
      <dsp:nvSpPr>
        <dsp:cNvPr id="0" name=""/>
        <dsp:cNvSpPr/>
      </dsp:nvSpPr>
      <dsp:spPr>
        <a:xfrm>
          <a:off x="4627226" y="1179856"/>
          <a:ext cx="1079367" cy="10793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9C0C113-B45F-4316-BB35-3B2E0E55BB0F}">
      <dsp:nvSpPr>
        <dsp:cNvPr id="0" name=""/>
        <dsp:cNvSpPr/>
      </dsp:nvSpPr>
      <dsp:spPr>
        <a:xfrm>
          <a:off x="3767773" y="2313543"/>
          <a:ext cx="2798274" cy="521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dirty="0">
              <a:latin typeface="Calibri" panose="020F0502020204030204" pitchFamily="34" charset="0"/>
              <a:cs typeface="Calibri" panose="020F0502020204030204" pitchFamily="34" charset="0"/>
            </a:rPr>
            <a:t>Optimize</a:t>
          </a:r>
        </a:p>
      </dsp:txBody>
      <dsp:txXfrm>
        <a:off x="3767773" y="2313543"/>
        <a:ext cx="2798274" cy="521463"/>
      </dsp:txXfrm>
    </dsp:sp>
    <dsp:sp modelId="{221EE6E8-73A2-41A6-B65F-BB6163E4A85B}">
      <dsp:nvSpPr>
        <dsp:cNvPr id="0" name=""/>
        <dsp:cNvSpPr/>
      </dsp:nvSpPr>
      <dsp:spPr>
        <a:xfrm>
          <a:off x="3624957" y="2844526"/>
          <a:ext cx="3083906" cy="283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Calibri" panose="020F0502020204030204" pitchFamily="34" charset="0"/>
              <a:cs typeface="Calibri" panose="020F0502020204030204" pitchFamily="34" charset="0"/>
            </a:rPr>
            <a:t>Optimize Model Performance</a:t>
          </a:r>
        </a:p>
      </dsp:txBody>
      <dsp:txXfrm>
        <a:off x="3624957" y="2844526"/>
        <a:ext cx="3083906" cy="283213"/>
      </dsp:txXfrm>
    </dsp:sp>
    <dsp:sp modelId="{384A9C5A-C873-459F-BD09-1F674EB618BB}">
      <dsp:nvSpPr>
        <dsp:cNvPr id="0" name=""/>
        <dsp:cNvSpPr/>
      </dsp:nvSpPr>
      <dsp:spPr>
        <a:xfrm>
          <a:off x="8250816" y="1179856"/>
          <a:ext cx="1079367" cy="10793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FCB3582-DA88-42C2-8695-DE13C7BA189A}">
      <dsp:nvSpPr>
        <dsp:cNvPr id="0" name=""/>
        <dsp:cNvSpPr/>
      </dsp:nvSpPr>
      <dsp:spPr>
        <a:xfrm>
          <a:off x="7248547" y="2342982"/>
          <a:ext cx="3083906" cy="4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dirty="0">
              <a:latin typeface="Calibri" panose="020F0502020204030204" pitchFamily="34" charset="0"/>
              <a:cs typeface="Calibri" panose="020F0502020204030204" pitchFamily="34" charset="0"/>
            </a:rPr>
            <a:t>Assess</a:t>
          </a:r>
        </a:p>
      </dsp:txBody>
      <dsp:txXfrm>
        <a:off x="7248547" y="2342982"/>
        <a:ext cx="3083906" cy="462585"/>
      </dsp:txXfrm>
    </dsp:sp>
    <dsp:sp modelId="{8FA63F6D-DDEB-412D-A270-44B4ADB36ED5}">
      <dsp:nvSpPr>
        <dsp:cNvPr id="0" name=""/>
        <dsp:cNvSpPr/>
      </dsp:nvSpPr>
      <dsp:spPr>
        <a:xfrm>
          <a:off x="7248547" y="2844526"/>
          <a:ext cx="3083906" cy="283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Calibri" panose="020F0502020204030204" pitchFamily="34" charset="0"/>
              <a:cs typeface="Calibri" panose="020F0502020204030204" pitchFamily="34" charset="0"/>
            </a:rPr>
            <a:t>Assess Societal Impact</a:t>
          </a:r>
        </a:p>
      </dsp:txBody>
      <dsp:txXfrm>
        <a:off x="7248547" y="2844526"/>
        <a:ext cx="3083906" cy="2832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2CD6E1-26E3-4DC0-9718-8B9551EBAC08}">
      <dsp:nvSpPr>
        <dsp:cNvPr id="0" name=""/>
        <dsp:cNvSpPr/>
      </dsp:nvSpPr>
      <dsp:spPr>
        <a:xfrm>
          <a:off x="2156259" y="922352"/>
          <a:ext cx="449916" cy="91440"/>
        </a:xfrm>
        <a:custGeom>
          <a:avLst/>
          <a:gdLst/>
          <a:ahLst/>
          <a:cxnLst/>
          <a:rect l="0" t="0" r="0" b="0"/>
          <a:pathLst>
            <a:path>
              <a:moveTo>
                <a:pt x="0" y="45720"/>
              </a:moveTo>
              <a:lnTo>
                <a:pt x="242058" y="45720"/>
              </a:lnTo>
              <a:lnTo>
                <a:pt x="242058" y="46248"/>
              </a:lnTo>
              <a:lnTo>
                <a:pt x="449916" y="46248"/>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69204" y="965599"/>
        <a:ext cx="24025" cy="4946"/>
      </dsp:txXfrm>
    </dsp:sp>
    <dsp:sp modelId="{9E2A2A94-D074-4376-95CA-A112487BB938}">
      <dsp:nvSpPr>
        <dsp:cNvPr id="0" name=""/>
        <dsp:cNvSpPr/>
      </dsp:nvSpPr>
      <dsp:spPr>
        <a:xfrm>
          <a:off x="9347" y="323459"/>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lvl="0" indent="0" algn="ctr" defTabSz="977900">
            <a:lnSpc>
              <a:spcPct val="90000"/>
            </a:lnSpc>
            <a:spcBef>
              <a:spcPct val="0"/>
            </a:spcBef>
            <a:spcAft>
              <a:spcPct val="35000"/>
            </a:spcAft>
            <a:buNone/>
          </a:pPr>
          <a:r>
            <a:rPr lang="en-US" sz="2200" b="0" i="0" kern="1200" dirty="0">
              <a:latin typeface="Calibri" panose="020F0502020204030204" pitchFamily="34" charset="0"/>
              <a:cs typeface="Calibri" panose="020F0502020204030204" pitchFamily="34" charset="0"/>
            </a:rPr>
            <a:t>Data Collection</a:t>
          </a:r>
          <a:endParaRPr lang="en-US" sz="2200" kern="1200" dirty="0">
            <a:latin typeface="Calibri" panose="020F0502020204030204" pitchFamily="34" charset="0"/>
            <a:cs typeface="Calibri" panose="020F0502020204030204" pitchFamily="34" charset="0"/>
          </a:endParaRPr>
        </a:p>
      </dsp:txBody>
      <dsp:txXfrm>
        <a:off x="9347" y="323459"/>
        <a:ext cx="2148711" cy="1289226"/>
      </dsp:txXfrm>
    </dsp:sp>
    <dsp:sp modelId="{FE52A70F-CBF5-4264-922B-5ED4D6A26649}">
      <dsp:nvSpPr>
        <dsp:cNvPr id="0" name=""/>
        <dsp:cNvSpPr/>
      </dsp:nvSpPr>
      <dsp:spPr>
        <a:xfrm>
          <a:off x="4785487" y="922352"/>
          <a:ext cx="477290" cy="91440"/>
        </a:xfrm>
        <a:custGeom>
          <a:avLst/>
          <a:gdLst/>
          <a:ahLst/>
          <a:cxnLst/>
          <a:rect l="0" t="0" r="0" b="0"/>
          <a:pathLst>
            <a:path>
              <a:moveTo>
                <a:pt x="0" y="46248"/>
              </a:moveTo>
              <a:lnTo>
                <a:pt x="255745" y="46248"/>
              </a:lnTo>
              <a:lnTo>
                <a:pt x="255745" y="45720"/>
              </a:lnTo>
              <a:lnTo>
                <a:pt x="477290" y="45720"/>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11435" y="965599"/>
        <a:ext cx="25394" cy="4946"/>
      </dsp:txXfrm>
    </dsp:sp>
    <dsp:sp modelId="{EDE33956-AA21-405D-8BDD-7CB18286F055}">
      <dsp:nvSpPr>
        <dsp:cNvPr id="0" name=""/>
        <dsp:cNvSpPr/>
      </dsp:nvSpPr>
      <dsp:spPr>
        <a:xfrm>
          <a:off x="2638575" y="323987"/>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lang="en-US" sz="2200" b="0" i="0" kern="1200" dirty="0">
            <a:latin typeface="Calibri" panose="020F0502020204030204" pitchFamily="34" charset="0"/>
            <a:cs typeface="Calibri" panose="020F0502020204030204" pitchFamily="34"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lang="en-US" sz="2200" b="0" i="0" kern="1200" dirty="0">
              <a:latin typeface="Calibri" panose="020F0502020204030204" pitchFamily="34" charset="0"/>
              <a:cs typeface="Calibri" panose="020F0502020204030204" pitchFamily="34" charset="0"/>
            </a:rPr>
            <a:t>Data </a:t>
          </a:r>
        </a:p>
        <a:p>
          <a:pPr marL="0" marR="0" lvl="0" indent="0" algn="ctr" defTabSz="914400" eaLnBrk="1" fontAlgn="auto" latinLnBrk="0" hangingPunct="1">
            <a:lnSpc>
              <a:spcPct val="100000"/>
            </a:lnSpc>
            <a:spcBef>
              <a:spcPct val="0"/>
            </a:spcBef>
            <a:spcAft>
              <a:spcPts val="0"/>
            </a:spcAft>
            <a:buClrTx/>
            <a:buSzTx/>
            <a:buFontTx/>
            <a:buNone/>
            <a:tabLst/>
            <a:defRPr/>
          </a:pPr>
          <a:r>
            <a:rPr lang="en-US" sz="2200" b="0" i="0" kern="1200" dirty="0">
              <a:latin typeface="Calibri" panose="020F0502020204030204" pitchFamily="34" charset="0"/>
              <a:cs typeface="Calibri" panose="020F0502020204030204" pitchFamily="34" charset="0"/>
            </a:rPr>
            <a:t>Pre-processing</a:t>
          </a:r>
          <a:endParaRPr lang="en-US" sz="2200" kern="1200" dirty="0">
            <a:latin typeface="Calibri" panose="020F0502020204030204" pitchFamily="34" charset="0"/>
            <a:cs typeface="Calibri" panose="020F0502020204030204" pitchFamily="34" charset="0"/>
          </a:endParaRPr>
        </a:p>
        <a:p>
          <a:pPr marL="0" lvl="0" algn="ctr" defTabSz="977900">
            <a:lnSpc>
              <a:spcPct val="100000"/>
            </a:lnSpc>
            <a:spcBef>
              <a:spcPct val="0"/>
            </a:spcBef>
            <a:spcAft>
              <a:spcPct val="35000"/>
            </a:spcAft>
            <a:buNone/>
          </a:pPr>
          <a:endParaRPr lang="en-US" sz="2200" b="0" i="0" kern="1200" dirty="0">
            <a:latin typeface="Calibri" panose="020F0502020204030204" pitchFamily="34" charset="0"/>
            <a:cs typeface="Calibri" panose="020F0502020204030204" pitchFamily="34" charset="0"/>
          </a:endParaRPr>
        </a:p>
      </dsp:txBody>
      <dsp:txXfrm>
        <a:off x="2638575" y="323987"/>
        <a:ext cx="2148711" cy="1289226"/>
      </dsp:txXfrm>
    </dsp:sp>
    <dsp:sp modelId="{07DACFB6-8BF1-4697-A60B-6337A112E643}">
      <dsp:nvSpPr>
        <dsp:cNvPr id="0" name=""/>
        <dsp:cNvSpPr/>
      </dsp:nvSpPr>
      <dsp:spPr>
        <a:xfrm>
          <a:off x="1083703" y="1610886"/>
          <a:ext cx="5285830" cy="463603"/>
        </a:xfrm>
        <a:custGeom>
          <a:avLst/>
          <a:gdLst/>
          <a:ahLst/>
          <a:cxnLst/>
          <a:rect l="0" t="0" r="0" b="0"/>
          <a:pathLst>
            <a:path>
              <a:moveTo>
                <a:pt x="5285830" y="0"/>
              </a:moveTo>
              <a:lnTo>
                <a:pt x="5285830" y="248901"/>
              </a:lnTo>
              <a:lnTo>
                <a:pt x="0" y="248901"/>
              </a:lnTo>
              <a:lnTo>
                <a:pt x="0" y="463603"/>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93896" y="1840214"/>
        <a:ext cx="265444" cy="4946"/>
      </dsp:txXfrm>
    </dsp:sp>
    <dsp:sp modelId="{A4CB401A-C811-4378-A60C-7866E169D82E}">
      <dsp:nvSpPr>
        <dsp:cNvPr id="0" name=""/>
        <dsp:cNvSpPr/>
      </dsp:nvSpPr>
      <dsp:spPr>
        <a:xfrm>
          <a:off x="5295177" y="323459"/>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lvl="0" indent="0" algn="ctr" defTabSz="977900">
            <a:lnSpc>
              <a:spcPct val="90000"/>
            </a:lnSpc>
            <a:spcBef>
              <a:spcPct val="0"/>
            </a:spcBef>
            <a:spcAft>
              <a:spcPct val="35000"/>
            </a:spcAft>
            <a:buNone/>
          </a:pPr>
          <a:r>
            <a:rPr lang="en-US" sz="2200" b="0" i="0" kern="1200" dirty="0">
              <a:latin typeface="Calibri" panose="020F0502020204030204" pitchFamily="34" charset="0"/>
              <a:cs typeface="Calibri" panose="020F0502020204030204" pitchFamily="34" charset="0"/>
            </a:rPr>
            <a:t>Model Selection</a:t>
          </a:r>
          <a:endParaRPr lang="en-US" sz="2200" kern="1200" dirty="0">
            <a:latin typeface="Calibri" panose="020F0502020204030204" pitchFamily="34" charset="0"/>
            <a:cs typeface="Calibri" panose="020F0502020204030204" pitchFamily="34" charset="0"/>
          </a:endParaRPr>
        </a:p>
      </dsp:txBody>
      <dsp:txXfrm>
        <a:off x="5295177" y="323459"/>
        <a:ext cx="2148711" cy="1289226"/>
      </dsp:txXfrm>
    </dsp:sp>
    <dsp:sp modelId="{80064631-B442-4374-9BA4-8BE7A693E741}">
      <dsp:nvSpPr>
        <dsp:cNvPr id="0" name=""/>
        <dsp:cNvSpPr/>
      </dsp:nvSpPr>
      <dsp:spPr>
        <a:xfrm>
          <a:off x="2156259" y="2705783"/>
          <a:ext cx="463603" cy="91440"/>
        </a:xfrm>
        <a:custGeom>
          <a:avLst/>
          <a:gdLst/>
          <a:ahLst/>
          <a:cxnLst/>
          <a:rect l="0" t="0" r="0" b="0"/>
          <a:pathLst>
            <a:path>
              <a:moveTo>
                <a:pt x="0" y="45720"/>
              </a:moveTo>
              <a:lnTo>
                <a:pt x="463603" y="45720"/>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75705" y="2749030"/>
        <a:ext cx="24710" cy="4946"/>
      </dsp:txXfrm>
    </dsp:sp>
    <dsp:sp modelId="{FD33AFD0-0082-4633-8285-04CA6CC7965B}">
      <dsp:nvSpPr>
        <dsp:cNvPr id="0" name=""/>
        <dsp:cNvSpPr/>
      </dsp:nvSpPr>
      <dsp:spPr>
        <a:xfrm>
          <a:off x="9347" y="2106890"/>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lang="en-US" sz="2200" b="0" i="0" kern="1200" dirty="0">
            <a:latin typeface="Calibri" panose="020F0502020204030204" pitchFamily="34" charset="0"/>
            <a:cs typeface="Calibri" panose="020F0502020204030204" pitchFamily="34"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lang="en-US" sz="2200" b="0" i="0" kern="1200" dirty="0">
              <a:latin typeface="Calibri" panose="020F0502020204030204" pitchFamily="34" charset="0"/>
              <a:cs typeface="Calibri" panose="020F0502020204030204" pitchFamily="34" charset="0"/>
            </a:rPr>
            <a:t>Model </a:t>
          </a:r>
        </a:p>
        <a:p>
          <a:pPr marL="0" marR="0" lvl="0" indent="0" algn="ctr" defTabSz="914400" eaLnBrk="1" fontAlgn="auto" latinLnBrk="0" hangingPunct="1">
            <a:lnSpc>
              <a:spcPct val="100000"/>
            </a:lnSpc>
            <a:spcBef>
              <a:spcPct val="0"/>
            </a:spcBef>
            <a:spcAft>
              <a:spcPts val="0"/>
            </a:spcAft>
            <a:buClrTx/>
            <a:buSzTx/>
            <a:buFontTx/>
            <a:buNone/>
            <a:tabLst/>
            <a:defRPr/>
          </a:pPr>
          <a:r>
            <a:rPr lang="en-US" sz="2200" b="0" i="0" kern="1200" dirty="0">
              <a:latin typeface="Calibri" panose="020F0502020204030204" pitchFamily="34" charset="0"/>
              <a:cs typeface="Calibri" panose="020F0502020204030204" pitchFamily="34" charset="0"/>
            </a:rPr>
            <a:t>Fine-Tuning</a:t>
          </a:r>
          <a:endParaRPr lang="en-US" sz="2200" kern="1200" dirty="0">
            <a:latin typeface="Calibri" panose="020F0502020204030204" pitchFamily="34" charset="0"/>
            <a:cs typeface="Calibri" panose="020F0502020204030204" pitchFamily="34" charset="0"/>
          </a:endParaRPr>
        </a:p>
        <a:p>
          <a:pPr marL="0" lvl="0" algn="ctr" defTabSz="977900">
            <a:lnSpc>
              <a:spcPct val="90000"/>
            </a:lnSpc>
            <a:spcBef>
              <a:spcPct val="0"/>
            </a:spcBef>
            <a:spcAft>
              <a:spcPct val="35000"/>
            </a:spcAft>
            <a:buNone/>
          </a:pPr>
          <a:endParaRPr lang="en-US" sz="2200" b="0" i="0" kern="1200" dirty="0">
            <a:latin typeface="Calibri" panose="020F0502020204030204" pitchFamily="34" charset="0"/>
            <a:cs typeface="Calibri" panose="020F0502020204030204" pitchFamily="34" charset="0"/>
          </a:endParaRPr>
        </a:p>
      </dsp:txBody>
      <dsp:txXfrm>
        <a:off x="9347" y="2106890"/>
        <a:ext cx="2148711" cy="1289226"/>
      </dsp:txXfrm>
    </dsp:sp>
    <dsp:sp modelId="{DAA7B4C4-4CAC-494D-8EB2-AEC1277E3A04}">
      <dsp:nvSpPr>
        <dsp:cNvPr id="0" name=""/>
        <dsp:cNvSpPr/>
      </dsp:nvSpPr>
      <dsp:spPr>
        <a:xfrm>
          <a:off x="4799174" y="2705783"/>
          <a:ext cx="463603" cy="91440"/>
        </a:xfrm>
        <a:custGeom>
          <a:avLst/>
          <a:gdLst/>
          <a:ahLst/>
          <a:cxnLst/>
          <a:rect l="0" t="0" r="0" b="0"/>
          <a:pathLst>
            <a:path>
              <a:moveTo>
                <a:pt x="0" y="45720"/>
              </a:moveTo>
              <a:lnTo>
                <a:pt x="463603" y="45720"/>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18621" y="2749030"/>
        <a:ext cx="24710" cy="4946"/>
      </dsp:txXfrm>
    </dsp:sp>
    <dsp:sp modelId="{BA4CF375-1533-4685-98F5-3BA0C31DC58A}">
      <dsp:nvSpPr>
        <dsp:cNvPr id="0" name=""/>
        <dsp:cNvSpPr/>
      </dsp:nvSpPr>
      <dsp:spPr>
        <a:xfrm>
          <a:off x="2652262" y="2106890"/>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lvl="0" indent="0" algn="ctr" defTabSz="977900">
            <a:lnSpc>
              <a:spcPct val="90000"/>
            </a:lnSpc>
            <a:spcBef>
              <a:spcPct val="0"/>
            </a:spcBef>
            <a:spcAft>
              <a:spcPct val="35000"/>
            </a:spcAft>
            <a:buNone/>
          </a:pPr>
          <a:r>
            <a:rPr lang="en-US" sz="2200" b="0" i="0" kern="1200" dirty="0">
              <a:latin typeface="Calibri" panose="020F0502020204030204" pitchFamily="34" charset="0"/>
              <a:cs typeface="Calibri" panose="020F0502020204030204" pitchFamily="34" charset="0"/>
            </a:rPr>
            <a:t>Evaluation of Results</a:t>
          </a:r>
          <a:endParaRPr lang="en-US" sz="2200" kern="1200" dirty="0">
            <a:latin typeface="Calibri" panose="020F0502020204030204" pitchFamily="34" charset="0"/>
            <a:cs typeface="Calibri" panose="020F0502020204030204" pitchFamily="34" charset="0"/>
          </a:endParaRPr>
        </a:p>
      </dsp:txBody>
      <dsp:txXfrm>
        <a:off x="2652262" y="2106890"/>
        <a:ext cx="2148711" cy="1289226"/>
      </dsp:txXfrm>
    </dsp:sp>
    <dsp:sp modelId="{8FCE5F05-B4A3-41C8-A819-740999A98604}">
      <dsp:nvSpPr>
        <dsp:cNvPr id="0" name=""/>
        <dsp:cNvSpPr/>
      </dsp:nvSpPr>
      <dsp:spPr>
        <a:xfrm>
          <a:off x="1083703" y="3394316"/>
          <a:ext cx="5285830" cy="463603"/>
        </a:xfrm>
        <a:custGeom>
          <a:avLst/>
          <a:gdLst/>
          <a:ahLst/>
          <a:cxnLst/>
          <a:rect l="0" t="0" r="0" b="0"/>
          <a:pathLst>
            <a:path>
              <a:moveTo>
                <a:pt x="5285830" y="0"/>
              </a:moveTo>
              <a:lnTo>
                <a:pt x="5285830" y="248901"/>
              </a:lnTo>
              <a:lnTo>
                <a:pt x="0" y="248901"/>
              </a:lnTo>
              <a:lnTo>
                <a:pt x="0" y="463603"/>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93896" y="3623645"/>
        <a:ext cx="265444" cy="4946"/>
      </dsp:txXfrm>
    </dsp:sp>
    <dsp:sp modelId="{10030F0A-A7BD-440B-9959-BCD25954D827}">
      <dsp:nvSpPr>
        <dsp:cNvPr id="0" name=""/>
        <dsp:cNvSpPr/>
      </dsp:nvSpPr>
      <dsp:spPr>
        <a:xfrm>
          <a:off x="5295177" y="2106890"/>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lvl="0" indent="0" algn="ctr" defTabSz="977900">
            <a:lnSpc>
              <a:spcPct val="90000"/>
            </a:lnSpc>
            <a:spcBef>
              <a:spcPct val="0"/>
            </a:spcBef>
            <a:spcAft>
              <a:spcPct val="35000"/>
            </a:spcAft>
            <a:buNone/>
          </a:pPr>
          <a:r>
            <a:rPr lang="en-US" sz="2200" b="0" i="0" kern="1200" dirty="0">
              <a:latin typeface="Calibri" panose="020F0502020204030204" pitchFamily="34" charset="0"/>
              <a:cs typeface="Calibri" panose="020F0502020204030204" pitchFamily="34" charset="0"/>
            </a:rPr>
            <a:t>Comparison</a:t>
          </a:r>
          <a:endParaRPr lang="en-US" sz="2200" kern="1200" dirty="0">
            <a:latin typeface="Calibri" panose="020F0502020204030204" pitchFamily="34" charset="0"/>
            <a:cs typeface="Calibri" panose="020F0502020204030204" pitchFamily="34" charset="0"/>
          </a:endParaRPr>
        </a:p>
      </dsp:txBody>
      <dsp:txXfrm>
        <a:off x="5295177" y="2106890"/>
        <a:ext cx="2148711" cy="1289226"/>
      </dsp:txXfrm>
    </dsp:sp>
    <dsp:sp modelId="{EFEC1BE7-D11A-4A7B-869A-130AD1ED5F4E}">
      <dsp:nvSpPr>
        <dsp:cNvPr id="0" name=""/>
        <dsp:cNvSpPr/>
      </dsp:nvSpPr>
      <dsp:spPr>
        <a:xfrm>
          <a:off x="9347" y="3890320"/>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lvl="0" indent="0" algn="ctr" defTabSz="977900">
            <a:lnSpc>
              <a:spcPct val="90000"/>
            </a:lnSpc>
            <a:spcBef>
              <a:spcPct val="0"/>
            </a:spcBef>
            <a:spcAft>
              <a:spcPct val="35000"/>
            </a:spcAft>
            <a:buNone/>
          </a:pPr>
          <a:r>
            <a:rPr lang="en-US" sz="2200" b="0" i="0" kern="1200" dirty="0">
              <a:latin typeface="Calibri" panose="020F0502020204030204" pitchFamily="34" charset="0"/>
              <a:cs typeface="Calibri" panose="020F0502020204030204" pitchFamily="34" charset="0"/>
            </a:rPr>
            <a:t>Prompting</a:t>
          </a:r>
          <a:endParaRPr lang="en-US" sz="2200" kern="1200" dirty="0">
            <a:latin typeface="Calibri" panose="020F0502020204030204" pitchFamily="34" charset="0"/>
            <a:cs typeface="Calibri" panose="020F0502020204030204" pitchFamily="34" charset="0"/>
          </a:endParaRPr>
        </a:p>
      </dsp:txBody>
      <dsp:txXfrm>
        <a:off x="9347" y="3890320"/>
        <a:ext cx="2148711" cy="128922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12/16/2024</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12/16/2024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18</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482C81E-BF8A-4777-B907-0A7F1E17C614}" type="datetime1">
              <a:rPr lang="en-US" smtClean="0"/>
              <a:t>12/16/2024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960374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EF8E7E-2C7C-4BE6-8A01-671672571E88}" type="datetime1">
              <a:rPr lang="en-US" smtClean="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13317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59C233-5C90-46C8-8316-14BE9CDBC4A0}" type="datetime1">
              <a:rPr lang="en-US" smtClean="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88157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B66624-9A04-49A0-983C-D98F8E968264}" type="datetime1">
              <a:rPr lang="en-US" smtClean="0"/>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933202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A1E69D-9992-49CE-AE62-7773AF9DDCEE}" type="datetime1">
              <a:rPr lang="en-US" smtClean="0"/>
              <a:t>12/16/2024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2497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E04227-B079-4E6D-B970-99BC2A99F4A4}" type="datetime1">
              <a:rPr lang="en-US" smtClean="0"/>
              <a:t>12/16/2024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687232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801E2A-3A52-4B22-BD1C-DB8396484C0B}" type="datetime1">
              <a:rPr lang="en-US" smtClean="0"/>
              <a:t>12/16/2024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527023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1C0C8C-229F-475B-975A-8B05E5CA5221}" type="datetime1">
              <a:rPr lang="en-US" smtClean="0"/>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20021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208EAF-C064-4E08-BD37-EA7CE58DC3FC}" type="datetime1">
              <a:rPr lang="en-US" smtClean="0"/>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483007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FD03AF-76A5-4FEC-9997-964B35095CC9}" type="datetime1">
              <a:rPr lang="en-US" smtClean="0"/>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85627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79E929F-0D35-4216-B602-8D3BADCA3AA6}" type="datetime1">
              <a:rPr lang="en-US" smtClean="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55013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6B086AC-E1D3-4CEF-8707-6FBF48528E96}" type="datetime1">
              <a:rPr lang="en-US" smtClean="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05465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74B81E-6594-4EC0-817C-BD236EFD2379}" type="datetime1">
              <a:rPr lang="en-US" smtClean="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03981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8C90E12-0856-4E3B-A69D-DD4B64DAAAB9}" type="datetime1">
              <a:rPr lang="en-US" smtClean="0"/>
              <a:t>12/16/2024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5609927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B366266-642B-4221-B7E5-FEF8E3C4DA71}" type="datetime1">
              <a:rPr lang="en-US" smtClean="0"/>
              <a:t>12/16/2024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98613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1BA6A09-214A-4201-8A18-D77A02B20525}" type="datetime1">
              <a:rPr lang="en-US" smtClean="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682834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59D468E5-D6CD-4912-98B5-6AD2FDCC98FB}" type="datetime1">
              <a:rPr lang="en-US" smtClean="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856569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899AEB1-11C0-44D1-8ED1-E7EFE02E2CB4}" type="datetime1">
              <a:rPr lang="en-US" smtClean="0"/>
              <a:t>12/16/2024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339369371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clanthology.org/2024.naacl-long.248/" TargetMode="External"/><Relationship Id="rId2" Type="http://schemas.openxmlformats.org/officeDocument/2006/relationships/hyperlink" Target="https://aclanthology.org/2024.lrec-main.409/" TargetMode="External"/><Relationship Id="rId1" Type="http://schemas.openxmlformats.org/officeDocument/2006/relationships/slideLayout" Target="../slideLayouts/slideLayout2.xml"/><Relationship Id="rId4" Type="http://schemas.openxmlformats.org/officeDocument/2006/relationships/hyperlink" Target="https://huggingface.co/datasets/textdetox/multilingual_toxicity_dataset"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697D5-5B2C-12F1-FC9A-323AA2E6568C}"/>
              </a:ext>
            </a:extLst>
          </p:cNvPr>
          <p:cNvSpPr>
            <a:spLocks noGrp="1"/>
          </p:cNvSpPr>
          <p:nvPr>
            <p:ph type="title" idx="4294967295"/>
          </p:nvPr>
        </p:nvSpPr>
        <p:spPr>
          <a:xfrm>
            <a:off x="1801313" y="1399141"/>
            <a:ext cx="8589374" cy="3013871"/>
          </a:xfrm>
        </p:spPr>
        <p:txBody>
          <a:bodyPr>
            <a:normAutofit/>
          </a:bodyPr>
          <a:lstStyle/>
          <a:p>
            <a:br>
              <a:rPr lang="en-US" sz="1800" b="1" dirty="0">
                <a:effectLst/>
                <a:latin typeface="Calibri" panose="020F0502020204030204" pitchFamily="34" charset="0"/>
                <a:ea typeface="Times New Roman" panose="02020603050405020304" pitchFamily="18" charset="0"/>
                <a:cs typeface="Calibri" panose="020F0502020204030204" pitchFamily="34" charset="0"/>
              </a:rPr>
            </a:br>
            <a:r>
              <a:rPr lang="en-US" b="1" dirty="0">
                <a:solidFill>
                  <a:schemeClr val="tx1"/>
                </a:solidFill>
                <a:latin typeface="Calibri" panose="020F0502020204030204" pitchFamily="34" charset="0"/>
                <a:cs typeface="Calibri" panose="020F0502020204030204" pitchFamily="34" charset="0"/>
              </a:rPr>
              <a:t>Towards Authentic and Trustworthy Online Conversations: A Unified Detection Model</a:t>
            </a:r>
          </a:p>
        </p:txBody>
      </p:sp>
      <p:sp>
        <p:nvSpPr>
          <p:cNvPr id="3" name="Content Placeholder 2">
            <a:extLst>
              <a:ext uri="{FF2B5EF4-FFF2-40B4-BE49-F238E27FC236}">
                <a16:creationId xmlns:a16="http://schemas.microsoft.com/office/drawing/2014/main" id="{86778B4A-C8E4-8D9F-DE6A-4E4BCE34EB31}"/>
              </a:ext>
            </a:extLst>
          </p:cNvPr>
          <p:cNvSpPr>
            <a:spLocks noGrp="1"/>
          </p:cNvSpPr>
          <p:nvPr>
            <p:ph idx="4294967295"/>
          </p:nvPr>
        </p:nvSpPr>
        <p:spPr>
          <a:xfrm>
            <a:off x="6623500" y="4362687"/>
            <a:ext cx="5186362" cy="1516062"/>
          </a:xfrm>
        </p:spPr>
        <p:txBody>
          <a:bodyPr>
            <a:normAutofit fontScale="55000" lnSpcReduction="20000"/>
          </a:bodyPr>
          <a:lstStyle/>
          <a:p>
            <a:pPr marL="0" indent="0" algn="ctr">
              <a:buNone/>
            </a:pPr>
            <a:r>
              <a:rPr lang="en-US" b="1" u="sng" dirty="0">
                <a:solidFill>
                  <a:schemeClr val="tx1"/>
                </a:solidFill>
              </a:rPr>
              <a:t>        </a:t>
            </a:r>
          </a:p>
          <a:p>
            <a:pPr marL="0" indent="0" algn="ctr">
              <a:buNone/>
            </a:pPr>
            <a:r>
              <a:rPr lang="en-US" sz="4400" b="1" dirty="0">
                <a:solidFill>
                  <a:schemeClr val="tx1"/>
                </a:solidFill>
                <a:latin typeface="Calibri" panose="020F0502020204030204" pitchFamily="34" charset="0"/>
                <a:cs typeface="Calibri" panose="020F0502020204030204" pitchFamily="34" charset="0"/>
              </a:rPr>
              <a:t>Presented by:</a:t>
            </a:r>
          </a:p>
          <a:p>
            <a:pPr marL="0" indent="0" algn="ctr">
              <a:buNone/>
            </a:pPr>
            <a:r>
              <a:rPr lang="en-US" sz="3600" dirty="0">
                <a:solidFill>
                  <a:schemeClr val="tx1"/>
                </a:solidFill>
                <a:latin typeface="Calibri" panose="020F0502020204030204" pitchFamily="34" charset="0"/>
                <a:cs typeface="Calibri" panose="020F0502020204030204" pitchFamily="34" charset="0"/>
              </a:rPr>
              <a:t>TWON Group B1: Metrics</a:t>
            </a:r>
          </a:p>
          <a:p>
            <a:pPr marL="0" indent="0" algn="ctr">
              <a:buNone/>
            </a:pPr>
            <a:endParaRPr lang="en-US" b="1" u="sng" dirty="0">
              <a:solidFill>
                <a:schemeClr val="tx1"/>
              </a:solidFill>
              <a:latin typeface="Arial" panose="020B0604020202020204" pitchFamily="34" charset="0"/>
              <a:cs typeface="Arial" panose="020B0604020202020204" pitchFamily="34" charset="0"/>
            </a:endParaRPr>
          </a:p>
          <a:p>
            <a:pPr marL="0" indent="0">
              <a:buNone/>
            </a:pPr>
            <a:r>
              <a:rPr lang="en-US" b="1" u="sng" dirty="0">
                <a:solidFill>
                  <a:schemeClr val="tx1"/>
                </a:solidFill>
                <a:latin typeface="Arial" panose="020B0604020202020204" pitchFamily="34" charset="0"/>
                <a:cs typeface="Arial" panose="020B0604020202020204" pitchFamily="34" charset="0"/>
              </a:rPr>
              <a:t>                      </a:t>
            </a:r>
          </a:p>
        </p:txBody>
      </p:sp>
      <p:sp>
        <p:nvSpPr>
          <p:cNvPr id="8" name="Slide Number Placeholder 7">
            <a:extLst>
              <a:ext uri="{FF2B5EF4-FFF2-40B4-BE49-F238E27FC236}">
                <a16:creationId xmlns:a16="http://schemas.microsoft.com/office/drawing/2014/main" id="{36A62383-28CF-E5CE-96F3-75BD98E14A61}"/>
              </a:ext>
            </a:extLst>
          </p:cNvPr>
          <p:cNvSpPr>
            <a:spLocks noGrp="1"/>
          </p:cNvSpPr>
          <p:nvPr>
            <p:ph type="sldNum" sz="quarter" idx="12"/>
          </p:nvPr>
        </p:nvSpPr>
        <p:spPr/>
        <p:txBody>
          <a:bodyPr/>
          <a:lstStyle/>
          <a:p>
            <a:fld id="{06FEDF93-2BFD-41CA-ABC7-B039102F3792}" type="slidenum">
              <a:rPr lang="en-US" smtClean="0"/>
              <a:t>1</a:t>
            </a:fld>
            <a:endParaRPr lang="en-US" dirty="0"/>
          </a:p>
        </p:txBody>
      </p:sp>
    </p:spTree>
    <p:extLst>
      <p:ext uri="{BB962C8B-B14F-4D97-AF65-F5344CB8AC3E}">
        <p14:creationId xmlns:p14="http://schemas.microsoft.com/office/powerpoint/2010/main" val="4059621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1262" y="627961"/>
            <a:ext cx="8915106" cy="1052671"/>
          </a:xfrm>
        </p:spPr>
        <p:txBody>
          <a:bodyPr/>
          <a:lstStyle/>
          <a:p>
            <a:r>
              <a:rPr lang="en-US" b="1" dirty="0">
                <a:latin typeface="Calibri" panose="020F0502020204030204" pitchFamily="34" charset="0"/>
                <a:cs typeface="Calibri" panose="020F0502020204030204" pitchFamily="34" charset="0"/>
              </a:rPr>
              <a:t>Table of Contents</a:t>
            </a:r>
          </a:p>
        </p:txBody>
      </p:sp>
      <p:sp>
        <p:nvSpPr>
          <p:cNvPr id="3" name="Content Placeholder 2"/>
          <p:cNvSpPr>
            <a:spLocks noGrp="1"/>
          </p:cNvSpPr>
          <p:nvPr>
            <p:ph idx="1"/>
          </p:nvPr>
        </p:nvSpPr>
        <p:spPr>
          <a:xfrm>
            <a:off x="1152957" y="2324559"/>
            <a:ext cx="9886085" cy="4340646"/>
          </a:xfrm>
        </p:spPr>
        <p:txBody>
          <a:bodyPr>
            <a:noAutofit/>
          </a:bodyPr>
          <a:lstStyle/>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Why Are We Doing This?</a:t>
            </a:r>
            <a:endParaRPr lang="en-US" sz="2000" b="1" dirty="0">
              <a:solidFill>
                <a:schemeClr val="tx1"/>
              </a:solidFill>
              <a:latin typeface="Calibri" panose="020F0502020204030204" pitchFamily="34" charset="0"/>
              <a:cs typeface="Calibri" panose="020F0502020204030204" pitchFamily="34" charset="0"/>
            </a:endParaRP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Introduction</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Problem Statement</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Hypotheses</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Research Questions</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Experimental Setup</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Workflow</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Conclusion</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References</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Q&amp;A</a:t>
            </a:r>
          </a:p>
          <a:p>
            <a:pPr>
              <a:buSzPct val="100000"/>
              <a:buFont typeface="Wingdings" panose="05000000000000000000" pitchFamily="2" charset="2"/>
              <a:buChar char="Ø"/>
            </a:pPr>
            <a:endParaRPr lang="en-US" sz="2000" dirty="0">
              <a:solidFill>
                <a:schemeClr val="tx1"/>
              </a:solidFill>
              <a:latin typeface="Calibri" panose="020F0502020204030204" pitchFamily="34" charset="0"/>
              <a:cs typeface="Calibri" panose="020F0502020204030204" pitchFamily="34" charset="0"/>
            </a:endParaRPr>
          </a:p>
          <a:p>
            <a:pPr>
              <a:buSzPct val="100000"/>
              <a:buFont typeface="Wingdings" panose="05000000000000000000" pitchFamily="2" charset="2"/>
              <a:buChar char="Ø"/>
            </a:pPr>
            <a:endParaRPr lang="en-US" sz="2000" dirty="0">
              <a:solidFill>
                <a:schemeClr val="tx1"/>
              </a:solidFill>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3D4FCB2B-62C4-03EF-0353-21CC6107917B}"/>
              </a:ext>
            </a:extLst>
          </p:cNvPr>
          <p:cNvSpPr>
            <a:spLocks noGrp="1"/>
          </p:cNvSpPr>
          <p:nvPr>
            <p:ph type="sldNum" sz="quarter" idx="12"/>
          </p:nvPr>
        </p:nvSpPr>
        <p:spPr/>
        <p:txBody>
          <a:bodyPr/>
          <a:lstStyle/>
          <a:p>
            <a:fld id="{06FEDF93-2BFD-41CA-ABC7-B039102F3792}" type="slidenum">
              <a:rPr lang="en-US" smtClean="0"/>
              <a:t>2</a:t>
            </a:fld>
            <a:endParaRPr lang="en-US" dirty="0"/>
          </a:p>
        </p:txBody>
      </p:sp>
    </p:spTree>
    <p:extLst>
      <p:ext uri="{BB962C8B-B14F-4D97-AF65-F5344CB8AC3E}">
        <p14:creationId xmlns:p14="http://schemas.microsoft.com/office/powerpoint/2010/main" val="3979008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1260" y="484742"/>
            <a:ext cx="9777575" cy="1195890"/>
          </a:xfrm>
        </p:spPr>
        <p:txBody>
          <a:bodyPr/>
          <a:lstStyle/>
          <a:p>
            <a:pPr>
              <a:lnSpc>
                <a:spcPct val="150000"/>
              </a:lnSpc>
            </a:pPr>
            <a:br>
              <a:rPr lang="en-US" b="1"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The Call to Action: Why Are We Doing This?</a:t>
            </a:r>
            <a:br>
              <a:rPr lang="en-US" b="1"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150812" y="2525296"/>
            <a:ext cx="10039927" cy="4034015"/>
          </a:xfrm>
        </p:spPr>
        <p:txBody>
          <a:bodyPr>
            <a:noAutofit/>
          </a:bodyPr>
          <a:lstStyle/>
          <a:p>
            <a:pPr marL="0" indent="0">
              <a:buNone/>
            </a:pPr>
            <a:r>
              <a:rPr lang="en-US" b="1" dirty="0">
                <a:solidFill>
                  <a:schemeClr val="tx1"/>
                </a:solidFill>
                <a:latin typeface="Calibri" panose="020F0502020204030204" pitchFamily="34" charset="0"/>
                <a:cs typeface="Calibri" panose="020F0502020204030204" pitchFamily="34" charset="0"/>
              </a:rPr>
              <a:t>1. Misinformation Epidemic</a:t>
            </a:r>
            <a:r>
              <a:rPr lang="en-US" dirty="0">
                <a:solidFill>
                  <a:schemeClr val="tx1"/>
                </a:solidFill>
                <a:latin typeface="Calibri" panose="020F0502020204030204" pitchFamily="34" charset="0"/>
                <a:cs typeface="Calibri" panose="020F0502020204030204" pitchFamily="34" charset="0"/>
              </a:rPr>
              <a:t>:</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Fake news propagates at alarming speeds, manipulating opinions and dividing societies.</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Without reliable detection systems, the narratives go unchecked.</a:t>
            </a:r>
          </a:p>
          <a:p>
            <a:pPr marL="0" indent="0">
              <a:buNone/>
            </a:pPr>
            <a:r>
              <a:rPr lang="en-US" b="1" dirty="0">
                <a:solidFill>
                  <a:schemeClr val="tx1"/>
                </a:solidFill>
                <a:latin typeface="Calibri" panose="020F0502020204030204" pitchFamily="34" charset="0"/>
                <a:cs typeface="Calibri" panose="020F0502020204030204" pitchFamily="34" charset="0"/>
              </a:rPr>
              <a:t>2. Rising Hate Speech</a:t>
            </a:r>
            <a:r>
              <a:rPr lang="en-US" dirty="0">
                <a:solidFill>
                  <a:schemeClr val="tx1"/>
                </a:solidFill>
                <a:latin typeface="Calibri" panose="020F0502020204030204" pitchFamily="34" charset="0"/>
                <a:cs typeface="Calibri" panose="020F0502020204030204" pitchFamily="34" charset="0"/>
              </a:rPr>
              <a:t>:</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Online platforms have become spaces where harmful speech spreads, dividing communities and putting people in danger. </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Accurate hate speech detection systems are critical for moderation and fostering inclusive spaces.</a:t>
            </a:r>
          </a:p>
          <a:p>
            <a:pPr marL="0" indent="0">
              <a:buNone/>
            </a:pPr>
            <a:r>
              <a:rPr lang="en-US" b="1" dirty="0">
                <a:solidFill>
                  <a:schemeClr val="tx1"/>
                </a:solidFill>
                <a:latin typeface="Calibri" panose="020F0502020204030204" pitchFamily="34" charset="0"/>
                <a:cs typeface="Calibri" panose="020F0502020204030204" pitchFamily="34" charset="0"/>
              </a:rPr>
              <a:t>3. Unchecked Toxicity</a:t>
            </a:r>
            <a:r>
              <a:rPr lang="en-US" dirty="0">
                <a:solidFill>
                  <a:schemeClr val="tx1"/>
                </a:solidFill>
                <a:latin typeface="Calibri" panose="020F0502020204030204" pitchFamily="34" charset="0"/>
                <a:cs typeface="Calibri" panose="020F0502020204030204" pitchFamily="34" charset="0"/>
              </a:rPr>
              <a:t>:</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Toxic behaviors discourage healthy debates, silencing users and deterring engagement.</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Tackling toxicity helps rebuild trust in online platforms.</a:t>
            </a:r>
          </a:p>
          <a:p>
            <a:endParaRPr lang="en-US" dirty="0">
              <a:solidFill>
                <a:schemeClr val="tx1"/>
              </a:solidFill>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F654A2B2-2148-3EED-9DE4-EFCF8D1BA083}"/>
              </a:ext>
            </a:extLst>
          </p:cNvPr>
          <p:cNvSpPr>
            <a:spLocks noGrp="1"/>
          </p:cNvSpPr>
          <p:nvPr>
            <p:ph type="sldNum" sz="quarter" idx="12"/>
          </p:nvPr>
        </p:nvSpPr>
        <p:spPr/>
        <p:txBody>
          <a:bodyPr/>
          <a:lstStyle/>
          <a:p>
            <a:fld id="{06FEDF93-2BFD-41CA-ABC7-B039102F3792}" type="slidenum">
              <a:rPr lang="en-US" smtClean="0"/>
              <a:t>3</a:t>
            </a:fld>
            <a:endParaRPr lang="en-US" dirty="0"/>
          </a:p>
        </p:txBody>
      </p:sp>
    </p:spTree>
    <p:extLst>
      <p:ext uri="{BB962C8B-B14F-4D97-AF65-F5344CB8AC3E}">
        <p14:creationId xmlns:p14="http://schemas.microsoft.com/office/powerpoint/2010/main" val="221815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F4881-B4CE-81EB-1D02-680025F34731}"/>
              </a:ext>
            </a:extLst>
          </p:cNvPr>
          <p:cNvSpPr>
            <a:spLocks noGrp="1"/>
          </p:cNvSpPr>
          <p:nvPr>
            <p:ph type="title"/>
          </p:nvPr>
        </p:nvSpPr>
        <p:spPr>
          <a:xfrm>
            <a:off x="969483" y="661012"/>
            <a:ext cx="9567580" cy="892367"/>
          </a:xfrm>
        </p:spPr>
        <p:txBody>
          <a:bodyPr>
            <a:normAutofit fontScale="90000"/>
          </a:bodyPr>
          <a:lstStyle/>
          <a:p>
            <a:br>
              <a:rPr lang="en-US" sz="4000" b="1" dirty="0">
                <a:latin typeface="Calibri" panose="020F0502020204030204" pitchFamily="34" charset="0"/>
                <a:cs typeface="Calibri" panose="020F0502020204030204" pitchFamily="34" charset="0"/>
              </a:rPr>
            </a:br>
            <a:r>
              <a:rPr lang="en-US" sz="4000" b="1" dirty="0">
                <a:latin typeface="Calibri" panose="020F0502020204030204" pitchFamily="34" charset="0"/>
                <a:cs typeface="Calibri" panose="020F0502020204030204" pitchFamily="34" charset="0"/>
              </a:rPr>
              <a:t>Introduction</a:t>
            </a:r>
            <a:br>
              <a:rPr lang="en-US" b="1" dirty="0">
                <a:latin typeface="Calibri" panose="020F0502020204030204" pitchFamily="34" charset="0"/>
                <a:cs typeface="Calibri" panose="020F0502020204030204" pitchFamily="34" charset="0"/>
              </a:rPr>
            </a:br>
            <a:endParaRPr lang="en-US"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856D0081-C096-B3A2-13AF-49305B135392}"/>
              </a:ext>
            </a:extLst>
          </p:cNvPr>
          <p:cNvSpPr>
            <a:spLocks noGrp="1"/>
          </p:cNvSpPr>
          <p:nvPr>
            <p:ph idx="1"/>
          </p:nvPr>
        </p:nvSpPr>
        <p:spPr>
          <a:xfrm>
            <a:off x="969483" y="2825499"/>
            <a:ext cx="10289920" cy="3371489"/>
          </a:xfrm>
        </p:spPr>
        <p:txBody>
          <a:bodyPr>
            <a:noAutofit/>
          </a:bodyPr>
          <a:lstStyle/>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Towards Authentic and Trustworthy Online Conversations </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Social media platforms help people connect and share information worldwide.</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Hate speech spreads negativity, divides communities, and harms relationships.</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Fake news misleads people, damages trust and creates confusion.</a:t>
            </a:r>
          </a:p>
          <a:p>
            <a:pPr>
              <a:buSzPct val="110000"/>
              <a:buFont typeface="Wingdings" panose="05000000000000000000" pitchFamily="2" charset="2"/>
              <a:buChar char="Ø"/>
            </a:pPr>
            <a:r>
              <a:rPr lang="en-US" sz="2000" i="0" dirty="0">
                <a:solidFill>
                  <a:schemeClr val="tx1"/>
                </a:solidFill>
                <a:effectLst/>
                <a:latin typeface="Calibri" panose="020F0502020204030204" pitchFamily="34" charset="0"/>
                <a:cs typeface="Calibri" panose="020F0502020204030204" pitchFamily="34" charset="0"/>
              </a:rPr>
              <a:t>Toxicity in conversations escalates conflicts and creates unhealthy online environments.</a:t>
            </a:r>
          </a:p>
          <a:p>
            <a:pPr>
              <a:buSzPct val="110000"/>
              <a:buFont typeface="Wingdings" panose="05000000000000000000" pitchFamily="2" charset="2"/>
              <a:buChar char="Ø"/>
            </a:pPr>
            <a:r>
              <a:rPr lang="en-US" sz="2000" i="0" dirty="0">
                <a:solidFill>
                  <a:schemeClr val="tx1"/>
                </a:solidFill>
                <a:effectLst/>
                <a:latin typeface="Calibri" panose="020F0502020204030204" pitchFamily="34" charset="0"/>
                <a:cs typeface="Calibri" panose="020F0502020204030204" pitchFamily="34" charset="0"/>
              </a:rPr>
              <a:t>Tackling all these issues together is important to make online spaces safer and rebuild trust.</a:t>
            </a:r>
            <a:endParaRPr lang="en-US" sz="2000" dirty="0">
              <a:solidFill>
                <a:schemeClr val="tx1"/>
              </a:solidFill>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4A4A1BFB-BB9D-C57C-E94C-5FBA4BD9BC28}"/>
              </a:ext>
            </a:extLst>
          </p:cNvPr>
          <p:cNvSpPr>
            <a:spLocks noGrp="1"/>
          </p:cNvSpPr>
          <p:nvPr>
            <p:ph type="sldNum" sz="quarter" idx="12"/>
          </p:nvPr>
        </p:nvSpPr>
        <p:spPr/>
        <p:txBody>
          <a:bodyPr/>
          <a:lstStyle/>
          <a:p>
            <a:fld id="{06FEDF93-2BFD-41CA-ABC7-B039102F3792}" type="slidenum">
              <a:rPr lang="en-US" smtClean="0"/>
              <a:t>4</a:t>
            </a:fld>
            <a:endParaRPr lang="en-US" dirty="0"/>
          </a:p>
        </p:txBody>
      </p:sp>
    </p:spTree>
    <p:extLst>
      <p:ext uri="{BB962C8B-B14F-4D97-AF65-F5344CB8AC3E}">
        <p14:creationId xmlns:p14="http://schemas.microsoft.com/office/powerpoint/2010/main" val="396593498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0" name="Freeform: Shape 19">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21"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25EB17EE-A2AC-B782-FD10-F8B764C0D860}"/>
              </a:ext>
            </a:extLst>
          </p:cNvPr>
          <p:cNvSpPr>
            <a:spLocks noGrp="1"/>
          </p:cNvSpPr>
          <p:nvPr>
            <p:ph type="title"/>
          </p:nvPr>
        </p:nvSpPr>
        <p:spPr>
          <a:xfrm>
            <a:off x="1356346" y="1063416"/>
            <a:ext cx="2849252" cy="4596794"/>
          </a:xfrm>
        </p:spPr>
        <p:txBody>
          <a:bodyPr anchor="ctr">
            <a:normAutofit/>
          </a:bodyPr>
          <a:lstStyle/>
          <a:p>
            <a:r>
              <a:rPr lang="en-US" b="1" dirty="0">
                <a:solidFill>
                  <a:srgbClr val="EBEBEB"/>
                </a:solidFill>
                <a:latin typeface="Calibri" panose="020F0502020204030204" pitchFamily="34" charset="0"/>
                <a:cs typeface="Calibri" panose="020F0502020204030204" pitchFamily="34" charset="0"/>
              </a:rPr>
              <a:t>Problem Statement</a:t>
            </a:r>
            <a:endParaRPr lang="en-US" b="1" dirty="0">
              <a:solidFill>
                <a:srgbClr val="EBEBEB"/>
              </a:solidFill>
            </a:endParaRPr>
          </a:p>
        </p:txBody>
      </p:sp>
      <p:graphicFrame>
        <p:nvGraphicFramePr>
          <p:cNvPr id="24" name="Rectangle 2">
            <a:extLst>
              <a:ext uri="{FF2B5EF4-FFF2-40B4-BE49-F238E27FC236}">
                <a16:creationId xmlns:a16="http://schemas.microsoft.com/office/drawing/2014/main" id="{E182FFB2-0C2C-4D46-0222-B5BA6ACB9C29}"/>
              </a:ext>
            </a:extLst>
          </p:cNvPr>
          <p:cNvGraphicFramePr/>
          <p:nvPr>
            <p:extLst>
              <p:ext uri="{D42A27DB-BD31-4B8C-83A1-F6EECF244321}">
                <p14:modId xmlns:p14="http://schemas.microsoft.com/office/powerpoint/2010/main" val="3048443905"/>
              </p:ext>
            </p:extLst>
          </p:nvPr>
        </p:nvGraphicFramePr>
        <p:xfrm>
          <a:off x="4977027" y="575190"/>
          <a:ext cx="6888139" cy="55335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8" name="Slide Number Placeholder 27">
            <a:extLst>
              <a:ext uri="{FF2B5EF4-FFF2-40B4-BE49-F238E27FC236}">
                <a16:creationId xmlns:a16="http://schemas.microsoft.com/office/drawing/2014/main" id="{2841B174-852D-2FF5-BE0E-AF6691E61E1A}"/>
              </a:ext>
            </a:extLst>
          </p:cNvPr>
          <p:cNvSpPr>
            <a:spLocks noGrp="1"/>
          </p:cNvSpPr>
          <p:nvPr>
            <p:ph type="sldNum" sz="quarter" idx="12"/>
          </p:nvPr>
        </p:nvSpPr>
        <p:spPr/>
        <p:txBody>
          <a:bodyPr/>
          <a:lstStyle/>
          <a:p>
            <a:fld id="{06FEDF93-2BFD-41CA-ABC7-B039102F3792}" type="slidenum">
              <a:rPr lang="en-US" smtClean="0"/>
              <a:t>5</a:t>
            </a:fld>
            <a:endParaRPr lang="en-US" dirty="0"/>
          </a:p>
        </p:txBody>
      </p:sp>
    </p:spTree>
    <p:extLst>
      <p:ext uri="{BB962C8B-B14F-4D97-AF65-F5344CB8AC3E}">
        <p14:creationId xmlns:p14="http://schemas.microsoft.com/office/powerpoint/2010/main" val="637698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7B27-1B8C-CC5D-1130-FFCFB34E5AA6}"/>
              </a:ext>
            </a:extLst>
          </p:cNvPr>
          <p:cNvSpPr>
            <a:spLocks noGrp="1"/>
          </p:cNvSpPr>
          <p:nvPr>
            <p:ph type="title"/>
          </p:nvPr>
        </p:nvSpPr>
        <p:spPr>
          <a:xfrm>
            <a:off x="818866" y="621566"/>
            <a:ext cx="9097501" cy="1059066"/>
          </a:xfrm>
        </p:spPr>
        <p:txBody>
          <a:bodyPr/>
          <a:lstStyle/>
          <a:p>
            <a:r>
              <a:rPr lang="en-US" b="1" dirty="0">
                <a:latin typeface="Calibri" panose="020F0502020204030204" pitchFamily="34" charset="0"/>
                <a:cs typeface="Calibri" panose="020F0502020204030204" pitchFamily="34" charset="0"/>
              </a:rPr>
              <a:t>Real World Examples</a:t>
            </a:r>
          </a:p>
        </p:txBody>
      </p:sp>
      <p:sp>
        <p:nvSpPr>
          <p:cNvPr id="4" name="TextBox 3">
            <a:extLst>
              <a:ext uri="{FF2B5EF4-FFF2-40B4-BE49-F238E27FC236}">
                <a16:creationId xmlns:a16="http://schemas.microsoft.com/office/drawing/2014/main" id="{669C2A22-B690-8CCF-61D0-01F1499E7517}"/>
              </a:ext>
            </a:extLst>
          </p:cNvPr>
          <p:cNvSpPr txBox="1"/>
          <p:nvPr/>
        </p:nvSpPr>
        <p:spPr>
          <a:xfrm>
            <a:off x="818866" y="3447796"/>
            <a:ext cx="4995080" cy="2862322"/>
          </a:xfrm>
          <a:prstGeom prst="rect">
            <a:avLst/>
          </a:prstGeom>
          <a:noFill/>
        </p:spPr>
        <p:txBody>
          <a:bodyPr wrap="square">
            <a:spAutoFit/>
          </a:bodyPr>
          <a:lstStyle/>
          <a:p>
            <a:pPr lvl="0">
              <a:buClr>
                <a:srgbClr val="C00000"/>
              </a:buClr>
              <a:buSzPct val="110000"/>
              <a:buFont typeface="Wingdings" panose="05000000000000000000" pitchFamily="2" charset="2"/>
              <a:buChar char="Ø"/>
            </a:pPr>
            <a:r>
              <a:rPr lang="en-US" b="1" dirty="0">
                <a:solidFill>
                  <a:schemeClr val="tx1"/>
                </a:solidFill>
                <a:latin typeface="Calibri" panose="020F0502020204030204" pitchFamily="34" charset="0"/>
                <a:cs typeface="Calibri" panose="020F0502020204030204" pitchFamily="34" charset="0"/>
              </a:rPr>
              <a:t> Hate Speech:</a:t>
            </a:r>
          </a:p>
          <a:p>
            <a:pPr lvl="0">
              <a:buClr>
                <a:srgbClr val="C00000"/>
              </a:buClr>
              <a:buSzPct val="110000"/>
            </a:pPr>
            <a:r>
              <a:rPr lang="en-US" dirty="0">
                <a:solidFill>
                  <a:schemeClr val="tx1"/>
                </a:solidFill>
                <a:latin typeface="Calibri" panose="020F0502020204030204" pitchFamily="34" charset="0"/>
                <a:cs typeface="Calibri" panose="020F0502020204030204" pitchFamily="34" charset="0"/>
              </a:rPr>
              <a:t>People from that group A should not be allowed here.</a:t>
            </a:r>
            <a:endParaRPr lang="en-US" dirty="0">
              <a:latin typeface="Calibri" panose="020F0502020204030204" pitchFamily="34" charset="0"/>
              <a:cs typeface="Calibri" panose="020F0502020204030204" pitchFamily="34" charset="0"/>
            </a:endParaRPr>
          </a:p>
          <a:p>
            <a:pPr lvl="0">
              <a:buClr>
                <a:srgbClr val="C00000"/>
              </a:buClr>
              <a:buSzPct val="110000"/>
            </a:pPr>
            <a:endParaRPr lang="en-US" dirty="0">
              <a:solidFill>
                <a:schemeClr val="tx1"/>
              </a:solidFill>
              <a:latin typeface="Calibri" panose="020F0502020204030204" pitchFamily="34" charset="0"/>
              <a:cs typeface="Calibri" panose="020F0502020204030204" pitchFamily="34" charset="0"/>
            </a:endParaRPr>
          </a:p>
          <a:p>
            <a:pPr>
              <a:buClr>
                <a:srgbClr val="C00000"/>
              </a:buClr>
              <a:buSzPct val="110000"/>
              <a:buFont typeface="Wingdings" panose="05000000000000000000" pitchFamily="2" charset="2"/>
              <a:buChar char="Ø"/>
            </a:pPr>
            <a:r>
              <a:rPr lang="en-US" b="1" dirty="0">
                <a:solidFill>
                  <a:schemeClr val="tx1"/>
                </a:solidFill>
                <a:latin typeface="Calibri" panose="020F0502020204030204" pitchFamily="34" charset="0"/>
                <a:cs typeface="Calibri" panose="020F0502020204030204" pitchFamily="34" charset="0"/>
              </a:rPr>
              <a:t> Fake News:</a:t>
            </a:r>
            <a:r>
              <a:rPr lang="en-US" dirty="0">
                <a:solidFill>
                  <a:schemeClr val="tx1"/>
                </a:solidFill>
                <a:latin typeface="Calibri" panose="020F0502020204030204" pitchFamily="34" charset="0"/>
                <a:cs typeface="Calibri" panose="020F0502020204030204" pitchFamily="34" charset="0"/>
              </a:rPr>
              <a:t> </a:t>
            </a:r>
          </a:p>
          <a:p>
            <a:pPr>
              <a:buClr>
                <a:srgbClr val="C00000"/>
              </a:buClr>
              <a:buSzPct val="110000"/>
            </a:pPr>
            <a:r>
              <a:rPr lang="en-US" dirty="0">
                <a:solidFill>
                  <a:schemeClr val="tx1"/>
                </a:solidFill>
                <a:latin typeface="Calibri" panose="020F0502020204030204" pitchFamily="34" charset="0"/>
                <a:cs typeface="Calibri" panose="020F0502020204030204" pitchFamily="34" charset="0"/>
              </a:rPr>
              <a:t>The city is shutting down all schools forever.</a:t>
            </a:r>
          </a:p>
          <a:p>
            <a:pPr>
              <a:buClr>
                <a:srgbClr val="C00000"/>
              </a:buClr>
              <a:buSzPct val="110000"/>
            </a:pPr>
            <a:endParaRPr lang="en-US" dirty="0">
              <a:solidFill>
                <a:schemeClr val="tx1"/>
              </a:solidFill>
              <a:latin typeface="Calibri" panose="020F0502020204030204" pitchFamily="34" charset="0"/>
              <a:cs typeface="Calibri" panose="020F0502020204030204" pitchFamily="34" charset="0"/>
            </a:endParaRPr>
          </a:p>
          <a:p>
            <a:pPr lvl="0">
              <a:buClr>
                <a:srgbClr val="C00000"/>
              </a:buClr>
              <a:buSzPct val="110000"/>
              <a:buFont typeface="Wingdings" panose="05000000000000000000" pitchFamily="2" charset="2"/>
              <a:buChar char="Ø"/>
            </a:pPr>
            <a:r>
              <a:rPr lang="en-US" b="1" dirty="0">
                <a:solidFill>
                  <a:schemeClr val="tx1"/>
                </a:solidFill>
                <a:latin typeface="Calibri" panose="020F0502020204030204" pitchFamily="34" charset="0"/>
                <a:cs typeface="Calibri" panose="020F0502020204030204" pitchFamily="34" charset="0"/>
              </a:rPr>
              <a:t> Toxicity:</a:t>
            </a:r>
            <a:r>
              <a:rPr lang="en-US" dirty="0">
                <a:solidFill>
                  <a:schemeClr val="tx1"/>
                </a:solidFill>
                <a:latin typeface="Calibri" panose="020F0502020204030204" pitchFamily="34" charset="0"/>
                <a:cs typeface="Calibri" panose="020F0502020204030204" pitchFamily="34" charset="0"/>
              </a:rPr>
              <a:t> </a:t>
            </a:r>
          </a:p>
          <a:p>
            <a:pPr lvl="0">
              <a:buClr>
                <a:srgbClr val="C00000"/>
              </a:buClr>
              <a:buSzPct val="110000"/>
            </a:pPr>
            <a:r>
              <a:rPr lang="en-US" dirty="0">
                <a:solidFill>
                  <a:schemeClr val="tx1"/>
                </a:solidFill>
                <a:latin typeface="Calibri" panose="020F0502020204030204" pitchFamily="34" charset="0"/>
                <a:cs typeface="Calibri" panose="020F0502020204030204" pitchFamily="34" charset="0"/>
              </a:rPr>
              <a:t>Your work is awful and useless.</a:t>
            </a:r>
          </a:p>
          <a:p>
            <a:pPr>
              <a:buClr>
                <a:srgbClr val="C00000"/>
              </a:buClr>
            </a:pPr>
            <a:endParaRPr lang="en-US" dirty="0"/>
          </a:p>
        </p:txBody>
      </p:sp>
      <p:sp>
        <p:nvSpPr>
          <p:cNvPr id="6" name="TextBox 5">
            <a:extLst>
              <a:ext uri="{FF2B5EF4-FFF2-40B4-BE49-F238E27FC236}">
                <a16:creationId xmlns:a16="http://schemas.microsoft.com/office/drawing/2014/main" id="{C57B887B-FC76-8B5B-3B59-845F36C92B02}"/>
              </a:ext>
            </a:extLst>
          </p:cNvPr>
          <p:cNvSpPr txBox="1"/>
          <p:nvPr/>
        </p:nvSpPr>
        <p:spPr>
          <a:xfrm>
            <a:off x="5780567" y="3447796"/>
            <a:ext cx="6465270" cy="3139321"/>
          </a:xfrm>
          <a:prstGeom prst="rect">
            <a:avLst/>
          </a:prstGeom>
          <a:noFill/>
        </p:spPr>
        <p:txBody>
          <a:bodyPr wrap="square">
            <a:spAutoFit/>
          </a:bodyPr>
          <a:lstStyle/>
          <a:p>
            <a:pPr>
              <a:buClr>
                <a:srgbClr val="C00000"/>
              </a:buClr>
              <a:buSzPct val="110000"/>
              <a:buFont typeface="Wingdings" panose="05000000000000000000" pitchFamily="2" charset="2"/>
              <a:buChar char="Ø"/>
            </a:pPr>
            <a:r>
              <a:rPr lang="en-US" b="1" dirty="0">
                <a:latin typeface="Calibri" panose="020F0502020204030204" pitchFamily="34" charset="0"/>
                <a:cs typeface="Calibri" panose="020F0502020204030204" pitchFamily="34" charset="0"/>
              </a:rPr>
              <a:t> Fake News Amplifying Hate Speech</a:t>
            </a:r>
            <a:r>
              <a:rPr lang="en-US" dirty="0">
                <a:latin typeface="Calibri" panose="020F0502020204030204" pitchFamily="34" charset="0"/>
                <a:cs typeface="Calibri" panose="020F0502020204030204" pitchFamily="34" charset="0"/>
              </a:rPr>
              <a:t>: </a:t>
            </a:r>
          </a:p>
          <a:p>
            <a:pPr>
              <a:buSzPct val="110000"/>
            </a:pPr>
            <a:r>
              <a:rPr lang="en-US" dirty="0">
                <a:latin typeface="Calibri" panose="020F0502020204030204" pitchFamily="34" charset="0"/>
                <a:cs typeface="Calibri" panose="020F0502020204030204" pitchFamily="34" charset="0"/>
              </a:rPr>
              <a:t>A fake news story about a political group committing crimes can </a:t>
            </a:r>
          </a:p>
          <a:p>
            <a:pPr>
              <a:buSzPct val="110000"/>
            </a:pPr>
            <a:r>
              <a:rPr lang="en-US" dirty="0">
                <a:latin typeface="Calibri" panose="020F0502020204030204" pitchFamily="34" charset="0"/>
                <a:cs typeface="Calibri" panose="020F0502020204030204" pitchFamily="34" charset="0"/>
              </a:rPr>
              <a:t>lead to hate speech targeting members of that group.</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pPr>
              <a:buClr>
                <a:srgbClr val="C00000"/>
              </a:buClr>
              <a:buSzPct val="110000"/>
              <a:buFont typeface="Wingdings" panose="05000000000000000000" pitchFamily="2" charset="2"/>
              <a:buChar char="Ø"/>
            </a:pPr>
            <a:r>
              <a:rPr lang="en-US" b="1" dirty="0">
                <a:latin typeface="Calibri" panose="020F0502020204030204" pitchFamily="34" charset="0"/>
                <a:cs typeface="Calibri" panose="020F0502020204030204" pitchFamily="34" charset="0"/>
              </a:rPr>
              <a:t> Toxicity as a Response to Fake News</a:t>
            </a:r>
            <a:r>
              <a:rPr lang="en-US" dirty="0">
                <a:latin typeface="Calibri" panose="020F0502020204030204" pitchFamily="34" charset="0"/>
                <a:cs typeface="Calibri" panose="020F0502020204030204" pitchFamily="34" charset="0"/>
              </a:rPr>
              <a:t>:</a:t>
            </a:r>
          </a:p>
          <a:p>
            <a:pPr>
              <a:buSzPct val="110000"/>
            </a:pPr>
            <a:r>
              <a:rPr lang="en-US" dirty="0">
                <a:latin typeface="Calibri" panose="020F0502020204030204" pitchFamily="34" charset="0"/>
                <a:cs typeface="Calibri" panose="020F0502020204030204" pitchFamily="34" charset="0"/>
              </a:rPr>
              <a:t>Users reacting to misinformation with toxic comments, escalating </a:t>
            </a:r>
          </a:p>
          <a:p>
            <a:pPr>
              <a:buSzPct val="110000"/>
            </a:pPr>
            <a:r>
              <a:rPr lang="en-US" dirty="0">
                <a:latin typeface="Calibri" panose="020F0502020204030204" pitchFamily="34" charset="0"/>
                <a:cs typeface="Calibri" panose="020F0502020204030204" pitchFamily="34" charset="0"/>
              </a:rPr>
              <a:t>conflicts in online discussions.</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pPr>
              <a:buClr>
                <a:srgbClr val="C00000"/>
              </a:buClr>
              <a:buSzPct val="110000"/>
              <a:buFont typeface="Wingdings" panose="05000000000000000000" pitchFamily="2" charset="2"/>
              <a:buChar char="Ø"/>
            </a:pPr>
            <a:r>
              <a:rPr lang="en-US" b="1" dirty="0">
                <a:latin typeface="Calibri" panose="020F0502020204030204" pitchFamily="34" charset="0"/>
                <a:cs typeface="Calibri" panose="020F0502020204030204" pitchFamily="34" charset="0"/>
              </a:rPr>
              <a:t> Hate Speech Spreading Misinformation</a:t>
            </a:r>
            <a:r>
              <a:rPr lang="en-US" dirty="0">
                <a:latin typeface="Calibri" panose="020F0502020204030204" pitchFamily="34" charset="0"/>
                <a:cs typeface="Calibri" panose="020F0502020204030204" pitchFamily="34" charset="0"/>
              </a:rPr>
              <a:t>: </a:t>
            </a:r>
          </a:p>
          <a:p>
            <a:pPr>
              <a:buSzPct val="110000"/>
            </a:pPr>
            <a:r>
              <a:rPr lang="en-US" dirty="0">
                <a:latin typeface="Calibri" panose="020F0502020204030204" pitchFamily="34" charset="0"/>
                <a:cs typeface="Calibri" panose="020F0502020204030204" pitchFamily="34" charset="0"/>
              </a:rPr>
              <a:t>Hate speech posts may include false claims about a community, </a:t>
            </a:r>
          </a:p>
          <a:p>
            <a:pPr>
              <a:buSzPct val="110000"/>
            </a:pPr>
            <a:r>
              <a:rPr lang="en-US" dirty="0">
                <a:latin typeface="Calibri" panose="020F0502020204030204" pitchFamily="34" charset="0"/>
                <a:cs typeface="Calibri" panose="020F0502020204030204" pitchFamily="34" charset="0"/>
              </a:rPr>
              <a:t>blending fake news with harmful rhetoric.</a:t>
            </a:r>
          </a:p>
        </p:txBody>
      </p:sp>
      <p:pic>
        <p:nvPicPr>
          <p:cNvPr id="12" name="Picture 11" descr="A fake news on a newspaper&#10;&#10;Description automatically generated">
            <a:extLst>
              <a:ext uri="{FF2B5EF4-FFF2-40B4-BE49-F238E27FC236}">
                <a16:creationId xmlns:a16="http://schemas.microsoft.com/office/drawing/2014/main" id="{3F529135-88D5-09D5-96B3-B595CE3FA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5626" y="2418209"/>
            <a:ext cx="924923" cy="924923"/>
          </a:xfrm>
          <a:prstGeom prst="rect">
            <a:avLst/>
          </a:prstGeom>
        </p:spPr>
      </p:pic>
      <p:pic>
        <p:nvPicPr>
          <p:cNvPr id="20" name="Picture 19" descr="A cartoon of a person with mouth taped&#10;&#10;Description automatically generated">
            <a:extLst>
              <a:ext uri="{FF2B5EF4-FFF2-40B4-BE49-F238E27FC236}">
                <a16:creationId xmlns:a16="http://schemas.microsoft.com/office/drawing/2014/main" id="{53C78F40-F705-E1FC-80B7-D0E70244C8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7428" y="2284067"/>
            <a:ext cx="1059065" cy="1059065"/>
          </a:xfrm>
          <a:prstGeom prst="rect">
            <a:avLst/>
          </a:prstGeom>
        </p:spPr>
      </p:pic>
      <p:pic>
        <p:nvPicPr>
          <p:cNvPr id="22" name="Picture 21" descr="A neon skull with a black background&#10;&#10;Description automatically generated">
            <a:extLst>
              <a:ext uri="{FF2B5EF4-FFF2-40B4-BE49-F238E27FC236}">
                <a16:creationId xmlns:a16="http://schemas.microsoft.com/office/drawing/2014/main" id="{15D79BD3-1675-C4B4-1E52-E0760217D1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8365" y="2284067"/>
            <a:ext cx="1059066" cy="1059066"/>
          </a:xfrm>
          <a:prstGeom prst="rect">
            <a:avLst/>
          </a:prstGeom>
        </p:spPr>
      </p:pic>
      <p:sp>
        <p:nvSpPr>
          <p:cNvPr id="26" name="Slide Number Placeholder 25">
            <a:extLst>
              <a:ext uri="{FF2B5EF4-FFF2-40B4-BE49-F238E27FC236}">
                <a16:creationId xmlns:a16="http://schemas.microsoft.com/office/drawing/2014/main" id="{9E0F9FF3-1A61-709B-BA7D-6C0F8FDCB45B}"/>
              </a:ext>
            </a:extLst>
          </p:cNvPr>
          <p:cNvSpPr>
            <a:spLocks noGrp="1"/>
          </p:cNvSpPr>
          <p:nvPr>
            <p:ph type="sldNum" sz="quarter" idx="12"/>
          </p:nvPr>
        </p:nvSpPr>
        <p:spPr/>
        <p:txBody>
          <a:bodyPr/>
          <a:lstStyle/>
          <a:p>
            <a:fld id="{06FEDF93-2BFD-41CA-ABC7-B039102F3792}" type="slidenum">
              <a:rPr lang="en-US" smtClean="0"/>
              <a:t>6</a:t>
            </a:fld>
            <a:endParaRPr lang="en-US" dirty="0"/>
          </a:p>
        </p:txBody>
      </p:sp>
    </p:spTree>
    <p:extLst>
      <p:ext uri="{BB962C8B-B14F-4D97-AF65-F5344CB8AC3E}">
        <p14:creationId xmlns:p14="http://schemas.microsoft.com/office/powerpoint/2010/main" val="2445998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32124" y="850839"/>
            <a:ext cx="8761413" cy="706964"/>
          </a:xfrm>
        </p:spPr>
        <p:txBody>
          <a:bodyPr/>
          <a:lstStyle/>
          <a:p>
            <a:r>
              <a:rPr lang="en-US" b="1" dirty="0">
                <a:latin typeface="Calibri" panose="020F0502020204030204" pitchFamily="34" charset="0"/>
                <a:cs typeface="Calibri" panose="020F0502020204030204" pitchFamily="34" charset="0"/>
              </a:rPr>
              <a:t>Hypotheses</a:t>
            </a:r>
          </a:p>
        </p:txBody>
      </p:sp>
      <p:sp>
        <p:nvSpPr>
          <p:cNvPr id="8" name="Content Placeholder 7"/>
          <p:cNvSpPr>
            <a:spLocks noGrp="1"/>
          </p:cNvSpPr>
          <p:nvPr>
            <p:ph idx="1"/>
          </p:nvPr>
        </p:nvSpPr>
        <p:spPr>
          <a:xfrm>
            <a:off x="778578" y="2688116"/>
            <a:ext cx="10634844" cy="4043189"/>
          </a:xfrm>
        </p:spPr>
        <p:txBody>
          <a:bodyPr/>
          <a:lstStyle/>
          <a:p>
            <a:pPr>
              <a:buSzPct val="110000"/>
              <a:buFont typeface="+mj-lt"/>
              <a:buAutoNum type="arabicPeriod"/>
            </a:pPr>
            <a:r>
              <a:rPr lang="en-US" sz="2000" b="1" dirty="0">
                <a:solidFill>
                  <a:schemeClr val="tx1"/>
                </a:solidFill>
                <a:latin typeface="Calibri" panose="020F0502020204030204" pitchFamily="34" charset="0"/>
                <a:cs typeface="Calibri" panose="020F0502020204030204" pitchFamily="34" charset="0"/>
              </a:rPr>
              <a:t>Shared Representations</a:t>
            </a:r>
            <a:r>
              <a:rPr lang="en-US" sz="2000" dirty="0">
                <a:solidFill>
                  <a:schemeClr val="tx1"/>
                </a:solidFill>
                <a:latin typeface="Calibri" panose="020F0502020204030204" pitchFamily="34" charset="0"/>
                <a:cs typeface="Calibri" panose="020F0502020204030204" pitchFamily="34" charset="0"/>
              </a:rPr>
              <a:t>: Fake news, toxicity, and hate speech share linguistic and contextual cue. A unified model can leverage these overlaps for better robustness.</a:t>
            </a:r>
          </a:p>
          <a:p>
            <a:pPr>
              <a:buSzPct val="110000"/>
              <a:buFont typeface="+mj-lt"/>
              <a:buAutoNum type="arabicPeriod"/>
            </a:pPr>
            <a:r>
              <a:rPr lang="en-US" sz="2000" b="1" dirty="0">
                <a:solidFill>
                  <a:schemeClr val="tx1"/>
                </a:solidFill>
                <a:latin typeface="Calibri" panose="020F0502020204030204" pitchFamily="34" charset="0"/>
                <a:cs typeface="Calibri" panose="020F0502020204030204" pitchFamily="34" charset="0"/>
              </a:rPr>
              <a:t>Multitask Learning</a:t>
            </a:r>
            <a:r>
              <a:rPr lang="en-US" sz="2000" dirty="0">
                <a:solidFill>
                  <a:schemeClr val="tx1"/>
                </a:solidFill>
                <a:latin typeface="Calibri" panose="020F0502020204030204" pitchFamily="34" charset="0"/>
                <a:cs typeface="Calibri" panose="020F0502020204030204" pitchFamily="34" charset="0"/>
              </a:rPr>
              <a:t>: Combining datasets frames the problem as multitask learning, enabling the  model to generalize across tasks and improve performance.</a:t>
            </a:r>
          </a:p>
          <a:p>
            <a:pPr>
              <a:buSzPct val="110000"/>
              <a:buFont typeface="+mj-lt"/>
              <a:buAutoNum type="arabicPeriod"/>
            </a:pPr>
            <a:r>
              <a:rPr lang="en-US" sz="2000" b="1" dirty="0">
                <a:solidFill>
                  <a:schemeClr val="tx1"/>
                </a:solidFill>
                <a:latin typeface="Calibri" panose="020F0502020204030204" pitchFamily="34" charset="0"/>
                <a:cs typeface="Calibri" panose="020F0502020204030204" pitchFamily="34" charset="0"/>
              </a:rPr>
              <a:t>Enhanced Explainability</a:t>
            </a:r>
            <a:r>
              <a:rPr lang="en-US" sz="2000" dirty="0">
                <a:solidFill>
                  <a:schemeClr val="tx1"/>
                </a:solidFill>
                <a:latin typeface="Calibri" panose="020F0502020204030204" pitchFamily="34" charset="0"/>
                <a:cs typeface="Calibri" panose="020F0502020204030204" pitchFamily="34" charset="0"/>
              </a:rPr>
              <a:t>: Training on diverse tasks helps the model uncover nuanced patterns,       improving prediction explanations.</a:t>
            </a:r>
          </a:p>
          <a:p>
            <a:pPr marL="0" indent="0">
              <a:buNone/>
            </a:pPr>
            <a:endParaRPr lang="en-US" dirty="0"/>
          </a:p>
        </p:txBody>
      </p:sp>
      <p:sp>
        <p:nvSpPr>
          <p:cNvPr id="5" name="Slide Number Placeholder 4">
            <a:extLst>
              <a:ext uri="{FF2B5EF4-FFF2-40B4-BE49-F238E27FC236}">
                <a16:creationId xmlns:a16="http://schemas.microsoft.com/office/drawing/2014/main" id="{89FD6680-80E9-8A20-40F2-A78423DBA082}"/>
              </a:ext>
            </a:extLst>
          </p:cNvPr>
          <p:cNvSpPr>
            <a:spLocks noGrp="1"/>
          </p:cNvSpPr>
          <p:nvPr>
            <p:ph type="sldNum" sz="quarter" idx="12"/>
          </p:nvPr>
        </p:nvSpPr>
        <p:spPr/>
        <p:txBody>
          <a:bodyPr/>
          <a:lstStyle/>
          <a:p>
            <a:fld id="{06FEDF93-2BFD-41CA-ABC7-B039102F3792}" type="slidenum">
              <a:rPr lang="en-US" smtClean="0"/>
              <a:t>7</a:t>
            </a:fld>
            <a:endParaRPr lang="en-US" dirty="0"/>
          </a:p>
        </p:txBody>
      </p:sp>
    </p:spTree>
    <p:extLst>
      <p:ext uri="{BB962C8B-B14F-4D97-AF65-F5344CB8AC3E}">
        <p14:creationId xmlns:p14="http://schemas.microsoft.com/office/powerpoint/2010/main" val="1893594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3634B-A319-0E3E-2244-DCED807EAE06}"/>
              </a:ext>
            </a:extLst>
          </p:cNvPr>
          <p:cNvSpPr>
            <a:spLocks noGrp="1"/>
          </p:cNvSpPr>
          <p:nvPr>
            <p:ph type="title"/>
          </p:nvPr>
        </p:nvSpPr>
        <p:spPr>
          <a:xfrm>
            <a:off x="1001262" y="562779"/>
            <a:ext cx="8915106" cy="1117853"/>
          </a:xfrm>
        </p:spPr>
        <p:txBody>
          <a:bodyPr anchor="ctr">
            <a:noAutofit/>
          </a:bodyPr>
          <a:lstStyle/>
          <a:p>
            <a:br>
              <a:rPr lang="en-US" b="1" dirty="0">
                <a:solidFill>
                  <a:srgbClr val="EBEBEB"/>
                </a:solidFill>
                <a:latin typeface="Calibri" panose="020F0502020204030204" pitchFamily="34" charset="0"/>
                <a:cs typeface="Calibri" panose="020F0502020204030204" pitchFamily="34" charset="0"/>
              </a:rPr>
            </a:br>
            <a:r>
              <a:rPr lang="en-US" b="1" dirty="0">
                <a:solidFill>
                  <a:srgbClr val="EBEBEB"/>
                </a:solidFill>
                <a:latin typeface="Calibri" panose="020F0502020204030204" pitchFamily="34" charset="0"/>
                <a:cs typeface="Calibri" panose="020F0502020204030204" pitchFamily="34" charset="0"/>
              </a:rPr>
              <a:t>Research Questions</a:t>
            </a:r>
            <a:br>
              <a:rPr lang="en-US" b="1" dirty="0">
                <a:solidFill>
                  <a:srgbClr val="EBEBEB"/>
                </a:solidFill>
                <a:latin typeface="Calibri" panose="020F0502020204030204" pitchFamily="34" charset="0"/>
                <a:cs typeface="Calibri" panose="020F0502020204030204" pitchFamily="34" charset="0"/>
              </a:rPr>
            </a:br>
            <a:endParaRPr lang="en-US" dirty="0">
              <a:solidFill>
                <a:srgbClr val="EBEBEB"/>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8EB3E54-DBBC-72EC-4799-26286C6DEAA5}"/>
              </a:ext>
            </a:extLst>
          </p:cNvPr>
          <p:cNvSpPr>
            <a:spLocks noGrp="1"/>
          </p:cNvSpPr>
          <p:nvPr>
            <p:ph idx="1"/>
          </p:nvPr>
        </p:nvSpPr>
        <p:spPr>
          <a:xfrm>
            <a:off x="790470" y="2577946"/>
            <a:ext cx="10611060" cy="3717275"/>
          </a:xfrm>
        </p:spPr>
        <p:txBody>
          <a:bodyPr anchor="ctr">
            <a:normAutofit/>
          </a:bodyPr>
          <a:lstStyle/>
          <a:p>
            <a:pPr marL="457200" marR="0" indent="-457200">
              <a:buSzPct val="110000"/>
              <a:buFont typeface="+mj-lt"/>
              <a:buAutoNum type="arabicPeriod"/>
            </a:pPr>
            <a:endParaRPr lang="en-US" sz="20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857250" lvl="1" indent="-457200" algn="just">
              <a:buSzPct val="110000"/>
              <a:buFont typeface="+mj-lt"/>
              <a:buAutoNum type="arabicPeriod"/>
            </a:pPr>
            <a:r>
              <a:rPr lang="en-US" sz="2000" dirty="0">
                <a:solidFill>
                  <a:schemeClr val="accent1"/>
                </a:solidFill>
                <a:latin typeface="Calibri" panose="020F0502020204030204" pitchFamily="34" charset="0"/>
                <a:ea typeface="Calibri" panose="020F0502020204030204" pitchFamily="34" charset="0"/>
                <a:cs typeface="Calibri" panose="020F0502020204030204" pitchFamily="34" charset="0"/>
              </a:rPr>
              <a:t>a</a:t>
            </a:r>
            <a:r>
              <a:rPr lang="en-US" sz="2000" dirty="0">
                <a:solidFill>
                  <a:schemeClr val="accent1"/>
                </a:solidFill>
                <a:effectLst/>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How does the performance of separate transformer models, each trained individually on fake news, hate speech, and toxicity datasets, compare to that of a single unified transformer model trained on all three datasets together?</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a:t>
            </a:r>
          </a:p>
          <a:p>
            <a:pPr marL="800100" lvl="2" indent="0" algn="just">
              <a:buSzPct val="110000"/>
              <a:buNone/>
            </a:pPr>
            <a:r>
              <a:rPr lang="en-US" sz="2000" dirty="0">
                <a:solidFill>
                  <a:schemeClr val="accent1"/>
                </a:solidFill>
                <a:latin typeface="Calibri" panose="020F0502020204030204" pitchFamily="34" charset="0"/>
                <a:ea typeface="Calibri" panose="020F0502020204030204" pitchFamily="34" charset="0"/>
                <a:cs typeface="Calibri" panose="020F0502020204030204" pitchFamily="34" charset="0"/>
              </a:rPr>
              <a:t> b) </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W</a:t>
            </a:r>
            <a:r>
              <a:rPr lang="en-US" sz="20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hich approach yields better results for combined detection tasks?</a:t>
            </a:r>
            <a:endPar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800100" lvl="2" indent="0" algn="just">
              <a:buSzPct val="110000"/>
              <a:buNone/>
            </a:pPr>
            <a:endParaRPr lang="en-US" sz="20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857250" lvl="1" indent="-457200" algn="just">
              <a:buSzPct val="110000"/>
              <a:buFont typeface="+mj-lt"/>
              <a:buAutoNum type="arabicPeriod"/>
            </a:pPr>
            <a:r>
              <a:rPr lang="en-US" sz="20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What conclusions can be drawn from the combined detection of fake news, toxicity, and hate speech? How can this contribute to fostering informed public engagement and improving the quality of social media?</a:t>
            </a:r>
            <a:endParaRPr lang="en-US" sz="2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0" marR="0" indent="0">
              <a:buSzPct val="110000"/>
              <a:buNone/>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7" name="Slide Number Placeholder 6">
            <a:extLst>
              <a:ext uri="{FF2B5EF4-FFF2-40B4-BE49-F238E27FC236}">
                <a16:creationId xmlns:a16="http://schemas.microsoft.com/office/drawing/2014/main" id="{72425833-2825-5F97-518B-E7738FEF8F73}"/>
              </a:ext>
            </a:extLst>
          </p:cNvPr>
          <p:cNvSpPr>
            <a:spLocks noGrp="1"/>
          </p:cNvSpPr>
          <p:nvPr>
            <p:ph type="sldNum" sz="quarter" idx="12"/>
          </p:nvPr>
        </p:nvSpPr>
        <p:spPr/>
        <p:txBody>
          <a:bodyPr/>
          <a:lstStyle/>
          <a:p>
            <a:fld id="{06FEDF93-2BFD-41CA-ABC7-B039102F3792}" type="slidenum">
              <a:rPr lang="en-US" smtClean="0"/>
              <a:t>8</a:t>
            </a:fld>
            <a:endParaRPr lang="en-US" dirty="0"/>
          </a:p>
        </p:txBody>
      </p:sp>
    </p:spTree>
    <p:extLst>
      <p:ext uri="{BB962C8B-B14F-4D97-AF65-F5344CB8AC3E}">
        <p14:creationId xmlns:p14="http://schemas.microsoft.com/office/powerpoint/2010/main" val="376414713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50" name="Rectangle 4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613805E4-A3D4-3308-D313-3F52F859E6FC}"/>
              </a:ext>
            </a:extLst>
          </p:cNvPr>
          <p:cNvSpPr>
            <a:spLocks noGrp="1"/>
          </p:cNvSpPr>
          <p:nvPr>
            <p:ph type="title"/>
          </p:nvPr>
        </p:nvSpPr>
        <p:spPr>
          <a:xfrm>
            <a:off x="1068388" y="716096"/>
            <a:ext cx="8847979" cy="964536"/>
          </a:xfrm>
        </p:spPr>
        <p:txBody>
          <a:bodyPr>
            <a:noAutofit/>
          </a:bodyPr>
          <a:lstStyle/>
          <a:p>
            <a:pPr>
              <a:lnSpc>
                <a:spcPct val="90000"/>
              </a:lnSpc>
            </a:pPr>
            <a:br>
              <a:rPr lang="en-US" b="1" dirty="0">
                <a:solidFill>
                  <a:srgbClr val="FFFFFF"/>
                </a:solidFill>
                <a:latin typeface="Calibri" panose="020F0502020204030204" pitchFamily="34" charset="0"/>
                <a:cs typeface="Calibri" panose="020F0502020204030204" pitchFamily="34" charset="0"/>
              </a:rPr>
            </a:br>
            <a:r>
              <a:rPr lang="en-US" b="1" dirty="0">
                <a:solidFill>
                  <a:srgbClr val="FFFFFF"/>
                </a:solidFill>
                <a:latin typeface="Calibri" panose="020F0502020204030204" pitchFamily="34" charset="0"/>
                <a:cs typeface="Calibri" panose="020F0502020204030204" pitchFamily="34" charset="0"/>
              </a:rPr>
              <a:t>Objectives</a:t>
            </a:r>
            <a:br>
              <a:rPr lang="en-US" b="1" dirty="0">
                <a:solidFill>
                  <a:srgbClr val="FFFFFF"/>
                </a:solidFill>
                <a:latin typeface="Calibri" panose="020F0502020204030204" pitchFamily="34" charset="0"/>
                <a:cs typeface="Calibri" panose="020F0502020204030204" pitchFamily="34" charset="0"/>
              </a:rPr>
            </a:br>
            <a:endParaRPr lang="en-US" dirty="0">
              <a:solidFill>
                <a:srgbClr val="FFFFFF"/>
              </a:solidFill>
              <a:latin typeface="Calibri" panose="020F0502020204030204" pitchFamily="34" charset="0"/>
              <a:cs typeface="Calibri" panose="020F0502020204030204" pitchFamily="34" charset="0"/>
            </a:endParaRPr>
          </a:p>
        </p:txBody>
      </p:sp>
      <p:sp>
        <p:nvSpPr>
          <p:cNvPr id="52" name="Rectangle 51">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0" name="Content Placeholder 2">
            <a:extLst>
              <a:ext uri="{FF2B5EF4-FFF2-40B4-BE49-F238E27FC236}">
                <a16:creationId xmlns:a16="http://schemas.microsoft.com/office/drawing/2014/main" id="{ACA4E57F-D324-B0C0-3626-71F262AB9186}"/>
              </a:ext>
            </a:extLst>
          </p:cNvPr>
          <p:cNvGraphicFramePr/>
          <p:nvPr>
            <p:extLst>
              <p:ext uri="{D42A27DB-BD31-4B8C-83A1-F6EECF244321}">
                <p14:modId xmlns:p14="http://schemas.microsoft.com/office/powerpoint/2010/main" val="3125847652"/>
              </p:ext>
            </p:extLst>
          </p:nvPr>
        </p:nvGraphicFramePr>
        <p:xfrm>
          <a:off x="1068388" y="1275202"/>
          <a:ext cx="10333821" cy="43075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34CA7E8C-9342-FAC3-2FDC-785801289C7E}"/>
              </a:ext>
            </a:extLst>
          </p:cNvPr>
          <p:cNvSpPr>
            <a:spLocks noGrp="1"/>
          </p:cNvSpPr>
          <p:nvPr>
            <p:ph type="sldNum" sz="quarter" idx="12"/>
          </p:nvPr>
        </p:nvSpPr>
        <p:spPr/>
        <p:txBody>
          <a:bodyPr/>
          <a:lstStyle/>
          <a:p>
            <a:fld id="{06FEDF93-2BFD-41CA-ABC7-B039102F3792}" type="slidenum">
              <a:rPr lang="en-US" smtClean="0"/>
              <a:t>9</a:t>
            </a:fld>
            <a:endParaRPr lang="en-US" dirty="0"/>
          </a:p>
        </p:txBody>
      </p:sp>
    </p:spTree>
    <p:extLst>
      <p:ext uri="{BB962C8B-B14F-4D97-AF65-F5344CB8AC3E}">
        <p14:creationId xmlns:p14="http://schemas.microsoft.com/office/powerpoint/2010/main" val="2338074335"/>
      </p:ext>
    </p:extLst>
  </p:cSld>
  <p:clrMapOvr>
    <a:overrideClrMapping bg1="dk1" tx1="lt1" bg2="dk2" tx2="lt2" accent1="accent1" accent2="accent2" accent3="accent3" accent4="accent4" accent5="accent5" accent6="accent6" hlink="hlink" folHlink="folHlink"/>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0" name="Rectangle 2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33" name="Rectangle 3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382055" y="1241267"/>
            <a:ext cx="3161016" cy="2467383"/>
          </a:xfrm>
        </p:spPr>
        <p:txBody>
          <a:bodyPr vert="horz" lIns="91440" tIns="45720" rIns="91440" bIns="45720" rtlCol="0" anchor="b">
            <a:normAutofit/>
          </a:bodyPr>
          <a:lstStyle/>
          <a:p>
            <a:r>
              <a:rPr lang="en-US" b="1" i="0" kern="1200" dirty="0">
                <a:solidFill>
                  <a:srgbClr val="EBEBEB"/>
                </a:solidFill>
                <a:latin typeface="Calibri" panose="020F0502020204030204" pitchFamily="34" charset="0"/>
                <a:cs typeface="Calibri" panose="020F0502020204030204" pitchFamily="34" charset="0"/>
              </a:rPr>
              <a:t>Experimental     Setup</a:t>
            </a:r>
          </a:p>
        </p:txBody>
      </p:sp>
      <p:grpSp>
        <p:nvGrpSpPr>
          <p:cNvPr id="35" name="Group 34">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36" name="Rectangle 35">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38"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graphicFrame>
        <p:nvGraphicFramePr>
          <p:cNvPr id="5" name="Content Placeholder 2">
            <a:extLst>
              <a:ext uri="{FF2B5EF4-FFF2-40B4-BE49-F238E27FC236}">
                <a16:creationId xmlns:a16="http://schemas.microsoft.com/office/drawing/2014/main" id="{CAD20BEC-C80C-1E94-56E6-926E22A7723A}"/>
              </a:ext>
            </a:extLst>
          </p:cNvPr>
          <p:cNvGraphicFramePr>
            <a:graphicFrameLocks noGrp="1"/>
          </p:cNvGraphicFramePr>
          <p:nvPr>
            <p:ph idx="1"/>
            <p:extLst>
              <p:ext uri="{D42A27DB-BD31-4B8C-83A1-F6EECF244321}">
                <p14:modId xmlns:p14="http://schemas.microsoft.com/office/powerpoint/2010/main" val="241953751"/>
              </p:ext>
            </p:extLst>
          </p:nvPr>
        </p:nvGraphicFramePr>
        <p:xfrm>
          <a:off x="477951" y="571500"/>
          <a:ext cx="7453237" cy="55030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6">
            <a:extLst>
              <a:ext uri="{FF2B5EF4-FFF2-40B4-BE49-F238E27FC236}">
                <a16:creationId xmlns:a16="http://schemas.microsoft.com/office/drawing/2014/main" id="{8705E756-C1ED-EB3C-4AFC-DAF315E25CD9}"/>
              </a:ext>
            </a:extLst>
          </p:cNvPr>
          <p:cNvSpPr>
            <a:spLocks noGrp="1"/>
          </p:cNvSpPr>
          <p:nvPr>
            <p:ph type="sldNum" sz="quarter" idx="12"/>
          </p:nvPr>
        </p:nvSpPr>
        <p:spPr/>
        <p:txBody>
          <a:bodyPr/>
          <a:lstStyle/>
          <a:p>
            <a:fld id="{06FEDF93-2BFD-41CA-ABC7-B039102F3792}" type="slidenum">
              <a:rPr lang="en-US" smtClean="0"/>
              <a:t>10</a:t>
            </a:fld>
            <a:endParaRPr lang="en-US" dirty="0"/>
          </a:p>
        </p:txBody>
      </p:sp>
    </p:spTree>
    <p:extLst>
      <p:ext uri="{BB962C8B-B14F-4D97-AF65-F5344CB8AC3E}">
        <p14:creationId xmlns:p14="http://schemas.microsoft.com/office/powerpoint/2010/main" val="2586113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CD6FF-462E-5412-71BD-8EAFE0411FA9}"/>
              </a:ext>
            </a:extLst>
          </p:cNvPr>
          <p:cNvSpPr>
            <a:spLocks noGrp="1"/>
          </p:cNvSpPr>
          <p:nvPr>
            <p:ph type="title"/>
          </p:nvPr>
        </p:nvSpPr>
        <p:spPr>
          <a:xfrm>
            <a:off x="1001262" y="643909"/>
            <a:ext cx="8915106" cy="1036723"/>
          </a:xfrm>
        </p:spPr>
        <p:txBody>
          <a:bodyPr>
            <a:normAutofit/>
          </a:bodyPr>
          <a:lstStyle/>
          <a:p>
            <a:r>
              <a:rPr lang="en-US" b="1" dirty="0">
                <a:solidFill>
                  <a:srgbClr val="EBEBEB"/>
                </a:solidFill>
                <a:latin typeface="Calibri" panose="020F0502020204030204" pitchFamily="34" charset="0"/>
                <a:cs typeface="Calibri" panose="020F0502020204030204" pitchFamily="34" charset="0"/>
              </a:rPr>
              <a:t> Dataset</a:t>
            </a:r>
            <a:endParaRPr lang="en-US" dirty="0">
              <a:solidFill>
                <a:srgbClr val="EBEBEB"/>
              </a:solidFill>
            </a:endParaRPr>
          </a:p>
        </p:txBody>
      </p:sp>
      <p:pic>
        <p:nvPicPr>
          <p:cNvPr id="20" name="Graphic 19" descr="Newspaper">
            <a:extLst>
              <a:ext uri="{FF2B5EF4-FFF2-40B4-BE49-F238E27FC236}">
                <a16:creationId xmlns:a16="http://schemas.microsoft.com/office/drawing/2014/main" id="{F14EEB19-DA3D-F6C0-9467-704C9CDF2C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4954" y="2797791"/>
            <a:ext cx="2672850" cy="2672850"/>
          </a:xfrm>
          <a:prstGeom prst="roundRect">
            <a:avLst>
              <a:gd name="adj" fmla="val 1858"/>
            </a:avLst>
          </a:prstGeom>
          <a:effectLst>
            <a:outerShdw blurRad="50800" dist="50800" dir="5400000" algn="tl" rotWithShape="0">
              <a:srgbClr val="000000">
                <a:alpha val="43000"/>
              </a:srgbClr>
            </a:outerShdw>
          </a:effectLst>
        </p:spPr>
      </p:pic>
      <p:sp>
        <p:nvSpPr>
          <p:cNvPr id="3" name="Content Placeholder 2">
            <a:extLst>
              <a:ext uri="{FF2B5EF4-FFF2-40B4-BE49-F238E27FC236}">
                <a16:creationId xmlns:a16="http://schemas.microsoft.com/office/drawing/2014/main" id="{3F41565C-AA7A-AFE9-C803-7594CE194136}"/>
              </a:ext>
            </a:extLst>
          </p:cNvPr>
          <p:cNvSpPr>
            <a:spLocks noGrp="1"/>
          </p:cNvSpPr>
          <p:nvPr>
            <p:ph idx="1"/>
          </p:nvPr>
        </p:nvSpPr>
        <p:spPr>
          <a:xfrm>
            <a:off x="4321847" y="2797791"/>
            <a:ext cx="7631454" cy="3416300"/>
          </a:xfrm>
        </p:spPr>
        <p:txBody>
          <a:bodyPr anchor="ctr">
            <a:normAutofit/>
          </a:bodyPr>
          <a:lstStyle/>
          <a:p>
            <a:pPr>
              <a:buSzPct val="110000"/>
              <a:buFont typeface="+mj-lt"/>
              <a:buAutoNum type="arabicPeriod"/>
            </a:pPr>
            <a:r>
              <a:rPr lang="en-US" sz="2200" b="0" i="0" dirty="0">
                <a:solidFill>
                  <a:schemeClr val="tx1"/>
                </a:solidFill>
                <a:latin typeface="Calibri" panose="020F0502020204030204" pitchFamily="34" charset="0"/>
                <a:cs typeface="Calibri" panose="020F0502020204030204" pitchFamily="34" charset="0"/>
              </a:rPr>
              <a:t>DeFaktS- Fake News Detection</a:t>
            </a:r>
          </a:p>
          <a:p>
            <a:pPr>
              <a:buSzPct val="110000"/>
              <a:buFont typeface="+mj-lt"/>
              <a:buAutoNum type="arabicPeriod"/>
            </a:pPr>
            <a:r>
              <a:rPr lang="en-US" sz="2200" b="0" i="0" dirty="0">
                <a:solidFill>
                  <a:schemeClr val="tx1"/>
                </a:solidFill>
                <a:latin typeface="Calibri" panose="020F0502020204030204" pitchFamily="34" charset="0"/>
                <a:cs typeface="Calibri" panose="020F0502020204030204" pitchFamily="34" charset="0"/>
              </a:rPr>
              <a:t>Gahd – Hate Speech Detection</a:t>
            </a:r>
          </a:p>
          <a:p>
            <a:pPr>
              <a:buSzPct val="110000"/>
              <a:buFont typeface="+mj-lt"/>
              <a:buAutoNum type="arabicPeriod"/>
            </a:pPr>
            <a:r>
              <a:rPr lang="en-US" sz="2200" u="none" dirty="0">
                <a:solidFill>
                  <a:schemeClr val="tx1"/>
                </a:solidFill>
                <a:latin typeface="Calibri" panose="020F0502020204030204" pitchFamily="34" charset="0"/>
                <a:cs typeface="Calibri" panose="020F0502020204030204" pitchFamily="34" charset="0"/>
              </a:rPr>
              <a:t>Multilingual toxicity dataset (DeTox-Dataset, GemEval 2018, 2021) – Toxicity Detection</a:t>
            </a:r>
          </a:p>
          <a:p>
            <a:pPr>
              <a:buSzPct val="110000"/>
              <a:buFont typeface="+mj-lt"/>
              <a:buAutoNum type="arabicPeriod"/>
            </a:pPr>
            <a:endParaRPr lang="en-US" dirty="0">
              <a:latin typeface="Calibri" panose="020F0502020204030204" pitchFamily="34" charset="0"/>
              <a:cs typeface="Calibri" panose="020F0502020204030204" pitchFamily="34" charset="0"/>
            </a:endParaRPr>
          </a:p>
          <a:p>
            <a:pPr marL="0" indent="0">
              <a:buSzPct val="110000"/>
              <a:buNone/>
            </a:pPr>
            <a:endParaRPr lang="en-US" dirty="0">
              <a:latin typeface="Calibri" panose="020F0502020204030204" pitchFamily="34" charset="0"/>
              <a:cs typeface="Calibri" panose="020F0502020204030204" pitchFamily="34" charset="0"/>
            </a:endParaRPr>
          </a:p>
          <a:p>
            <a:pPr>
              <a:buSzPct val="110000"/>
              <a:buFont typeface="+mj-lt"/>
              <a:buAutoNum type="arabicPeriod"/>
            </a:pPr>
            <a:endParaRPr lang="en-US" dirty="0"/>
          </a:p>
        </p:txBody>
      </p:sp>
      <p:sp>
        <p:nvSpPr>
          <p:cNvPr id="7" name="Slide Number Placeholder 6">
            <a:extLst>
              <a:ext uri="{FF2B5EF4-FFF2-40B4-BE49-F238E27FC236}">
                <a16:creationId xmlns:a16="http://schemas.microsoft.com/office/drawing/2014/main" id="{4E3C1F3F-1CAC-71B4-2B8C-AB3283F3BB50}"/>
              </a:ext>
            </a:extLst>
          </p:cNvPr>
          <p:cNvSpPr>
            <a:spLocks noGrp="1"/>
          </p:cNvSpPr>
          <p:nvPr>
            <p:ph type="sldNum" sz="quarter" idx="12"/>
          </p:nvPr>
        </p:nvSpPr>
        <p:spPr/>
        <p:txBody>
          <a:bodyPr/>
          <a:lstStyle/>
          <a:p>
            <a:fld id="{06FEDF93-2BFD-41CA-ABC7-B039102F3792}" type="slidenum">
              <a:rPr lang="en-US" smtClean="0"/>
              <a:t>11</a:t>
            </a:fld>
            <a:endParaRPr lang="en-US" dirty="0"/>
          </a:p>
        </p:txBody>
      </p:sp>
    </p:spTree>
    <p:extLst>
      <p:ext uri="{BB962C8B-B14F-4D97-AF65-F5344CB8AC3E}">
        <p14:creationId xmlns:p14="http://schemas.microsoft.com/office/powerpoint/2010/main" val="2743547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0900A-79E3-F5E9-75B4-5DA460E0A755}"/>
              </a:ext>
            </a:extLst>
          </p:cNvPr>
          <p:cNvSpPr>
            <a:spLocks noGrp="1"/>
          </p:cNvSpPr>
          <p:nvPr>
            <p:ph type="title"/>
          </p:nvPr>
        </p:nvSpPr>
        <p:spPr>
          <a:xfrm>
            <a:off x="892366" y="594911"/>
            <a:ext cx="9024002" cy="925418"/>
          </a:xfrm>
        </p:spPr>
        <p:txBody>
          <a:bodyPr/>
          <a:lstStyle/>
          <a:p>
            <a:br>
              <a:rPr lang="en-US" b="1"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Workflow</a:t>
            </a:r>
            <a:br>
              <a:rPr lang="en-US" b="1"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pic>
        <p:nvPicPr>
          <p:cNvPr id="6" name="Content Placeholder 5" descr="A diagram of a diagram&#10;&#10;Description automatically generated">
            <a:extLst>
              <a:ext uri="{FF2B5EF4-FFF2-40B4-BE49-F238E27FC236}">
                <a16:creationId xmlns:a16="http://schemas.microsoft.com/office/drawing/2014/main" id="{9EBCBBD5-531B-1B88-FDB2-2DAC4BEE0D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06722"/>
            <a:ext cx="12192000" cy="5434394"/>
          </a:xfrm>
        </p:spPr>
      </p:pic>
      <p:sp>
        <p:nvSpPr>
          <p:cNvPr id="7" name="Slide Number Placeholder 6">
            <a:extLst>
              <a:ext uri="{FF2B5EF4-FFF2-40B4-BE49-F238E27FC236}">
                <a16:creationId xmlns:a16="http://schemas.microsoft.com/office/drawing/2014/main" id="{10EF4F2C-4E96-96DC-FCC6-810F2B9BA2D1}"/>
              </a:ext>
            </a:extLst>
          </p:cNvPr>
          <p:cNvSpPr>
            <a:spLocks noGrp="1"/>
          </p:cNvSpPr>
          <p:nvPr>
            <p:ph type="sldNum" sz="quarter" idx="12"/>
          </p:nvPr>
        </p:nvSpPr>
        <p:spPr/>
        <p:txBody>
          <a:bodyPr/>
          <a:lstStyle/>
          <a:p>
            <a:fld id="{06FEDF93-2BFD-41CA-ABC7-B039102F3792}" type="slidenum">
              <a:rPr lang="en-US" smtClean="0"/>
              <a:t>12</a:t>
            </a:fld>
            <a:endParaRPr lang="en-US" dirty="0"/>
          </a:p>
        </p:txBody>
      </p:sp>
    </p:spTree>
    <p:extLst>
      <p:ext uri="{BB962C8B-B14F-4D97-AF65-F5344CB8AC3E}">
        <p14:creationId xmlns:p14="http://schemas.microsoft.com/office/powerpoint/2010/main" val="390135554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5F1C7-FFA2-7660-6E86-5AC1B9A662A5}"/>
              </a:ext>
            </a:extLst>
          </p:cNvPr>
          <p:cNvSpPr>
            <a:spLocks noGrp="1"/>
          </p:cNvSpPr>
          <p:nvPr>
            <p:ph type="title"/>
          </p:nvPr>
        </p:nvSpPr>
        <p:spPr>
          <a:xfrm>
            <a:off x="881349" y="506777"/>
            <a:ext cx="9035019" cy="1173856"/>
          </a:xfrm>
        </p:spPr>
        <p:txBody>
          <a:bodyPr>
            <a:noAutofit/>
          </a:bodyPr>
          <a:lstStyle/>
          <a:p>
            <a:pPr>
              <a:lnSpc>
                <a:spcPct val="90000"/>
              </a:lnSpc>
            </a:pPr>
            <a:br>
              <a:rPr lang="en-US" b="1" dirty="0">
                <a:solidFill>
                  <a:srgbClr val="EBEBEB"/>
                </a:solidFill>
                <a:latin typeface="Calibri" panose="020F0502020204030204" pitchFamily="34" charset="0"/>
                <a:cs typeface="Calibri" panose="020F0502020204030204" pitchFamily="34" charset="0"/>
              </a:rPr>
            </a:br>
            <a:r>
              <a:rPr lang="en-US" b="1" dirty="0">
                <a:solidFill>
                  <a:srgbClr val="EBEBEB"/>
                </a:solidFill>
                <a:latin typeface="Calibri" panose="020F0502020204030204" pitchFamily="34" charset="0"/>
                <a:cs typeface="Calibri" panose="020F0502020204030204" pitchFamily="34" charset="0"/>
              </a:rPr>
              <a:t>Expected Outcomes</a:t>
            </a:r>
            <a:br>
              <a:rPr lang="en-US" b="1" dirty="0">
                <a:solidFill>
                  <a:srgbClr val="EBEBEB"/>
                </a:solidFill>
                <a:latin typeface="Calibri" panose="020F0502020204030204" pitchFamily="34" charset="0"/>
                <a:cs typeface="Calibri" panose="020F0502020204030204" pitchFamily="34" charset="0"/>
              </a:rPr>
            </a:br>
            <a:endParaRPr lang="en-US" dirty="0">
              <a:solidFill>
                <a:srgbClr val="EBEBEB"/>
              </a:solidFill>
              <a:latin typeface="Calibri" panose="020F0502020204030204" pitchFamily="34" charset="0"/>
              <a:cs typeface="Calibri" panose="020F0502020204030204" pitchFamily="34" charset="0"/>
            </a:endParaRPr>
          </a:p>
        </p:txBody>
      </p:sp>
      <p:pic>
        <p:nvPicPr>
          <p:cNvPr id="5" name="Graphic 4" descr="Laptop Secure">
            <a:extLst>
              <a:ext uri="{FF2B5EF4-FFF2-40B4-BE49-F238E27FC236}">
                <a16:creationId xmlns:a16="http://schemas.microsoft.com/office/drawing/2014/main" id="{3D39A181-D64F-E173-22D8-92A51B63CF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1467" y="2793582"/>
            <a:ext cx="3031901" cy="3031901"/>
          </a:xfrm>
          <a:prstGeom prst="roundRect">
            <a:avLst>
              <a:gd name="adj" fmla="val 1858"/>
            </a:avLst>
          </a:prstGeom>
          <a:effectLst>
            <a:outerShdw blurRad="50800" dist="50800" dir="5400000" algn="tl" rotWithShape="0">
              <a:srgbClr val="000000">
                <a:alpha val="43000"/>
              </a:srgbClr>
            </a:outerShdw>
          </a:effectLst>
        </p:spPr>
      </p:pic>
      <p:sp>
        <p:nvSpPr>
          <p:cNvPr id="3" name="Content Placeholder 2">
            <a:extLst>
              <a:ext uri="{FF2B5EF4-FFF2-40B4-BE49-F238E27FC236}">
                <a16:creationId xmlns:a16="http://schemas.microsoft.com/office/drawing/2014/main" id="{380E7162-285F-569D-3BA4-4F8E456BEB93}"/>
              </a:ext>
            </a:extLst>
          </p:cNvPr>
          <p:cNvSpPr>
            <a:spLocks noGrp="1"/>
          </p:cNvSpPr>
          <p:nvPr>
            <p:ph idx="1"/>
          </p:nvPr>
        </p:nvSpPr>
        <p:spPr>
          <a:xfrm>
            <a:off x="4246373" y="2414630"/>
            <a:ext cx="7524521" cy="3789803"/>
          </a:xfrm>
        </p:spPr>
        <p:txBody>
          <a:bodyPr anchor="ctr">
            <a:normAutofit/>
          </a:bodyPr>
          <a:lstStyle/>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Enhanced detection capabilities.</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Unified models demonstrating reduced computational overhead compared to separate detection systems.</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Improved accuracy in identifying fake news, hate speech, and toxicity, both individually and when overlapping.</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Ensures transparency, builds trust in the model's predictions, and helps users understand the reasoning behind decisions, making   the system more credible and actionable.</a:t>
            </a:r>
          </a:p>
          <a:p>
            <a:pPr marL="0" indent="0">
              <a:buNone/>
            </a:pPr>
            <a:endParaRPr lang="en-US" sz="2000" dirty="0">
              <a:solidFill>
                <a:schemeClr val="tx1"/>
              </a:solidFill>
              <a:latin typeface="Calibri" panose="020F0502020204030204" pitchFamily="34" charset="0"/>
              <a:cs typeface="Calibri" panose="020F0502020204030204" pitchFamily="34" charset="0"/>
            </a:endParaRPr>
          </a:p>
        </p:txBody>
      </p:sp>
      <p:sp>
        <p:nvSpPr>
          <p:cNvPr id="8" name="Slide Number Placeholder 7">
            <a:extLst>
              <a:ext uri="{FF2B5EF4-FFF2-40B4-BE49-F238E27FC236}">
                <a16:creationId xmlns:a16="http://schemas.microsoft.com/office/drawing/2014/main" id="{56837155-3C87-6665-13FA-962F6D43C331}"/>
              </a:ext>
            </a:extLst>
          </p:cNvPr>
          <p:cNvSpPr>
            <a:spLocks noGrp="1"/>
          </p:cNvSpPr>
          <p:nvPr>
            <p:ph type="sldNum" sz="quarter" idx="12"/>
          </p:nvPr>
        </p:nvSpPr>
        <p:spPr/>
        <p:txBody>
          <a:bodyPr/>
          <a:lstStyle/>
          <a:p>
            <a:fld id="{06FEDF93-2BFD-41CA-ABC7-B039102F3792}" type="slidenum">
              <a:rPr lang="en-US" smtClean="0"/>
              <a:t>13</a:t>
            </a:fld>
            <a:endParaRPr lang="en-US" dirty="0"/>
          </a:p>
        </p:txBody>
      </p:sp>
    </p:spTree>
    <p:extLst>
      <p:ext uri="{BB962C8B-B14F-4D97-AF65-F5344CB8AC3E}">
        <p14:creationId xmlns:p14="http://schemas.microsoft.com/office/powerpoint/2010/main" val="16992390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1E758-0740-2572-F735-DFD1EB89EC52}"/>
              </a:ext>
            </a:extLst>
          </p:cNvPr>
          <p:cNvSpPr>
            <a:spLocks noGrp="1"/>
          </p:cNvSpPr>
          <p:nvPr>
            <p:ph type="title"/>
          </p:nvPr>
        </p:nvSpPr>
        <p:spPr>
          <a:xfrm>
            <a:off x="903383" y="638978"/>
            <a:ext cx="9012985" cy="1041654"/>
          </a:xfrm>
        </p:spPr>
        <p:txBody>
          <a:bodyPr/>
          <a:lstStyle/>
          <a:p>
            <a:br>
              <a:rPr lang="en-US" b="1"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Conclusion</a:t>
            </a:r>
            <a:br>
              <a:rPr lang="en-US" b="1"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719DF6CC-6F42-44CA-3727-9A76448BD4C0}"/>
              </a:ext>
            </a:extLst>
          </p:cNvPr>
          <p:cNvSpPr>
            <a:spLocks noGrp="1"/>
          </p:cNvSpPr>
          <p:nvPr>
            <p:ph idx="1"/>
          </p:nvPr>
        </p:nvSpPr>
        <p:spPr>
          <a:xfrm>
            <a:off x="730785" y="2875402"/>
            <a:ext cx="10730429" cy="3529988"/>
          </a:xfrm>
        </p:spPr>
        <p:txBody>
          <a:bodyPr>
            <a:normAutofit/>
          </a:bodyPr>
          <a:lstStyle/>
          <a:p>
            <a:pPr>
              <a:buSzPct val="100000"/>
              <a:buFont typeface="Wingdings" panose="05000000000000000000" pitchFamily="2" charset="2"/>
              <a:buChar char="Ø"/>
            </a:pPr>
            <a:r>
              <a:rPr lang="en-US" sz="2200" dirty="0">
                <a:solidFill>
                  <a:schemeClr val="tx1"/>
                </a:solidFill>
                <a:latin typeface="Calibri" panose="020F0502020204030204" pitchFamily="34" charset="0"/>
                <a:cs typeface="Calibri" panose="020F0502020204030204" pitchFamily="34" charset="0"/>
              </a:rPr>
              <a:t>This research will help identify the best way to detect fake news, hate speech, and toxicity simultaneously.</a:t>
            </a:r>
          </a:p>
          <a:p>
            <a:pPr>
              <a:buSzPct val="100000"/>
              <a:buFont typeface="Wingdings" panose="05000000000000000000" pitchFamily="2" charset="2"/>
              <a:buChar char="Ø"/>
            </a:pPr>
            <a:r>
              <a:rPr lang="en-US" sz="2200" dirty="0">
                <a:solidFill>
                  <a:schemeClr val="tx1"/>
                </a:solidFill>
                <a:latin typeface="Calibri" panose="020F0502020204030204" pitchFamily="34" charset="0"/>
                <a:cs typeface="Calibri" panose="020F0502020204030204" pitchFamily="34" charset="0"/>
              </a:rPr>
              <a:t>It will analyze whether separate or unified models perform better for combined detection tasks.</a:t>
            </a:r>
          </a:p>
          <a:p>
            <a:pPr>
              <a:buSzPct val="100000"/>
              <a:buFont typeface="Wingdings" panose="05000000000000000000" pitchFamily="2" charset="2"/>
              <a:buChar char="Ø"/>
            </a:pPr>
            <a:r>
              <a:rPr lang="en-US" sz="2200" dirty="0">
                <a:solidFill>
                  <a:schemeClr val="tx1"/>
                </a:solidFill>
                <a:latin typeface="Calibri" panose="020F0502020204030204" pitchFamily="34" charset="0"/>
                <a:cs typeface="Calibri" panose="020F0502020204030204" pitchFamily="34" charset="0"/>
              </a:rPr>
              <a:t>Findings will show how better detection methods can make online spaces safer and encourage healthy public discussions.</a:t>
            </a:r>
          </a:p>
          <a:p>
            <a:pPr>
              <a:buSzPct val="100000"/>
              <a:buFont typeface="Wingdings" panose="05000000000000000000" pitchFamily="2" charset="2"/>
              <a:buChar char="Ø"/>
            </a:pPr>
            <a:endParaRPr lang="en-US" sz="2200" dirty="0">
              <a:solidFill>
                <a:schemeClr val="tx1"/>
              </a:solidFill>
              <a:latin typeface="Calibri" panose="020F0502020204030204" pitchFamily="34" charset="0"/>
              <a:cs typeface="Calibri" panose="020F0502020204030204" pitchFamily="34" charset="0"/>
            </a:endParaRPr>
          </a:p>
          <a:p>
            <a:pPr>
              <a:buFont typeface="Wingdings" panose="05000000000000000000" pitchFamily="2" charset="2"/>
              <a:buChar char="Ø"/>
            </a:pPr>
            <a:endParaRPr lang="en-US" sz="2200" dirty="0">
              <a:solidFill>
                <a:schemeClr val="tx1"/>
              </a:solidFill>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D6745F2A-8F70-9A16-E54B-A7F15140E0B4}"/>
              </a:ext>
            </a:extLst>
          </p:cNvPr>
          <p:cNvSpPr>
            <a:spLocks noGrp="1"/>
          </p:cNvSpPr>
          <p:nvPr>
            <p:ph type="sldNum" sz="quarter" idx="12"/>
          </p:nvPr>
        </p:nvSpPr>
        <p:spPr/>
        <p:txBody>
          <a:bodyPr/>
          <a:lstStyle/>
          <a:p>
            <a:fld id="{06FEDF93-2BFD-41CA-ABC7-B039102F3792}" type="slidenum">
              <a:rPr lang="en-US" smtClean="0"/>
              <a:t>14</a:t>
            </a:fld>
            <a:endParaRPr lang="en-US" dirty="0"/>
          </a:p>
        </p:txBody>
      </p:sp>
    </p:spTree>
    <p:extLst>
      <p:ext uri="{BB962C8B-B14F-4D97-AF65-F5344CB8AC3E}">
        <p14:creationId xmlns:p14="http://schemas.microsoft.com/office/powerpoint/2010/main" val="746302140"/>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BD730-04A2-E0C4-AE35-6D1D3C7CDB2F}"/>
              </a:ext>
            </a:extLst>
          </p:cNvPr>
          <p:cNvSpPr>
            <a:spLocks noGrp="1"/>
          </p:cNvSpPr>
          <p:nvPr>
            <p:ph type="title"/>
          </p:nvPr>
        </p:nvSpPr>
        <p:spPr>
          <a:xfrm>
            <a:off x="815248" y="738130"/>
            <a:ext cx="9101120" cy="942502"/>
          </a:xfrm>
        </p:spPr>
        <p:txBody>
          <a:bodyPr/>
          <a:lstStyle/>
          <a:p>
            <a:r>
              <a:rPr lang="en-US" b="1" dirty="0">
                <a:latin typeface="Calibri" panose="020F0502020204030204" pitchFamily="34" charset="0"/>
                <a:cs typeface="Calibri" panose="020F0502020204030204" pitchFamily="34" charset="0"/>
              </a:rPr>
              <a:t> References</a:t>
            </a:r>
            <a:endParaRPr lang="en-US" b="1" dirty="0">
              <a:solidFill>
                <a:schemeClr val="accent2"/>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C9688F8D-C731-AAE4-FF97-B726FADAE4A9}"/>
              </a:ext>
            </a:extLst>
          </p:cNvPr>
          <p:cNvSpPr>
            <a:spLocks noGrp="1"/>
          </p:cNvSpPr>
          <p:nvPr>
            <p:ph idx="1"/>
          </p:nvPr>
        </p:nvSpPr>
        <p:spPr>
          <a:xfrm>
            <a:off x="908254" y="2610998"/>
            <a:ext cx="10375491" cy="3951273"/>
          </a:xfrm>
        </p:spPr>
        <p:txBody>
          <a:bodyPr>
            <a:noAutofit/>
          </a:bodyPr>
          <a:lstStyle/>
          <a:p>
            <a:pPr>
              <a:buSzPct val="100000"/>
              <a:buFont typeface="+mj-lt"/>
              <a:buAutoNum type="arabicPeriod"/>
            </a:pPr>
            <a:r>
              <a:rPr lang="en-US" sz="2400" b="0" i="0" u="sng" dirty="0">
                <a:solidFill>
                  <a:schemeClr val="tx1"/>
                </a:solidFill>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DeFaktS: A German Dataset for Fine-Grained Disinformation Detection through Social Media Framing</a:t>
            </a:r>
            <a:endParaRPr lang="en-US" sz="2400" b="0" i="0" u="sng" dirty="0">
              <a:solidFill>
                <a:schemeClr val="tx1"/>
              </a:solidFill>
              <a:latin typeface="Calibri" panose="020F0502020204030204" pitchFamily="34" charset="0"/>
              <a:cs typeface="Calibri" panose="020F0502020204030204" pitchFamily="34" charset="0"/>
            </a:endParaRPr>
          </a:p>
          <a:p>
            <a:pPr>
              <a:buSzPct val="100000"/>
              <a:buFont typeface="+mj-lt"/>
              <a:buAutoNum type="arabicPeriod"/>
            </a:pPr>
            <a:r>
              <a:rPr lang="en-US" sz="2400" dirty="0">
                <a:solidFill>
                  <a:schemeClr val="tx1"/>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Improving Adversarial Data Collection by Supporting Annotators: Lessons from GAHD, a German Hate Speech Dataset</a:t>
            </a:r>
            <a:endParaRPr lang="en-US" sz="2400" dirty="0">
              <a:solidFill>
                <a:schemeClr val="tx1"/>
              </a:solidFill>
              <a:latin typeface="Calibri" panose="020F0502020204030204" pitchFamily="34" charset="0"/>
              <a:cs typeface="Calibri" panose="020F0502020204030204" pitchFamily="34" charset="0"/>
            </a:endParaRPr>
          </a:p>
          <a:p>
            <a:pPr>
              <a:buSzPct val="100000"/>
              <a:buFont typeface="+mj-lt"/>
              <a:buAutoNum type="arabicPeriod"/>
            </a:pPr>
            <a:r>
              <a:rPr lang="en-US" sz="2400" u="none" dirty="0">
                <a:solidFill>
                  <a:schemeClr val="tx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Multilingual toxicity dataset (</a:t>
            </a:r>
            <a:r>
              <a:rPr lang="en-US" sz="2400" u="none" dirty="0" err="1">
                <a:solidFill>
                  <a:schemeClr val="tx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DeTox</a:t>
            </a:r>
            <a:r>
              <a:rPr lang="en-US" sz="2400" u="none" dirty="0">
                <a:solidFill>
                  <a:schemeClr val="tx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-Dataset, </a:t>
            </a:r>
            <a:r>
              <a:rPr lang="en-US" sz="2400" u="none" dirty="0" err="1">
                <a:solidFill>
                  <a:schemeClr val="tx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GemEval</a:t>
            </a:r>
            <a:r>
              <a:rPr lang="en-US" sz="2400" u="none" dirty="0">
                <a:solidFill>
                  <a:schemeClr val="tx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 2018, 2021) – Toxicity Detection</a:t>
            </a:r>
            <a:endParaRPr lang="en-US" sz="2400" u="none" dirty="0">
              <a:solidFill>
                <a:schemeClr val="tx1"/>
              </a:solidFill>
              <a:latin typeface="Calibri" panose="020F0502020204030204" pitchFamily="34" charset="0"/>
              <a:cs typeface="Calibri" panose="020F0502020204030204" pitchFamily="34" charset="0"/>
            </a:endParaRPr>
          </a:p>
          <a:p>
            <a:pPr marL="0" indent="0">
              <a:buSzPct val="100000"/>
              <a:buNone/>
            </a:pPr>
            <a:endParaRPr lang="en-US" sz="2400" b="0" i="0" dirty="0">
              <a:solidFill>
                <a:schemeClr val="tx1"/>
              </a:solidFill>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6EE5CA09-416F-982F-AD79-1CC275565AF3}"/>
              </a:ext>
            </a:extLst>
          </p:cNvPr>
          <p:cNvSpPr>
            <a:spLocks noGrp="1"/>
          </p:cNvSpPr>
          <p:nvPr>
            <p:ph type="sldNum" sz="quarter" idx="12"/>
          </p:nvPr>
        </p:nvSpPr>
        <p:spPr/>
        <p:txBody>
          <a:bodyPr/>
          <a:lstStyle/>
          <a:p>
            <a:fld id="{06FEDF93-2BFD-41CA-ABC7-B039102F3792}" type="slidenum">
              <a:rPr lang="en-US" smtClean="0"/>
              <a:t>15</a:t>
            </a:fld>
            <a:endParaRPr lang="en-US" dirty="0"/>
          </a:p>
        </p:txBody>
      </p:sp>
    </p:spTree>
    <p:extLst>
      <p:ext uri="{BB962C8B-B14F-4D97-AF65-F5344CB8AC3E}">
        <p14:creationId xmlns:p14="http://schemas.microsoft.com/office/powerpoint/2010/main" val="1324277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Graphic 6" descr="Questions">
            <a:extLst>
              <a:ext uri="{FF2B5EF4-FFF2-40B4-BE49-F238E27FC236}">
                <a16:creationId xmlns:a16="http://schemas.microsoft.com/office/drawing/2014/main" id="{070A006E-ACBC-D289-BD99-8EF448D267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90397" y="2775951"/>
            <a:ext cx="3067163" cy="3067163"/>
          </a:xfrm>
          <a:prstGeom prst="roundRect">
            <a:avLst>
              <a:gd name="adj" fmla="val 1858"/>
            </a:avLst>
          </a:prstGeom>
          <a:effectLst>
            <a:outerShdw blurRad="50800" dist="50800" dir="5400000" algn="tl" rotWithShape="0">
              <a:srgbClr val="000000">
                <a:alpha val="43000"/>
              </a:srgbClr>
            </a:outerShdw>
          </a:effectLst>
        </p:spPr>
      </p:pic>
      <p:sp>
        <p:nvSpPr>
          <p:cNvPr id="3" name="Content Placeholder 2"/>
          <p:cNvSpPr>
            <a:spLocks noGrp="1"/>
          </p:cNvSpPr>
          <p:nvPr>
            <p:ph idx="1"/>
          </p:nvPr>
        </p:nvSpPr>
        <p:spPr>
          <a:xfrm>
            <a:off x="6096000" y="1905919"/>
            <a:ext cx="5211979" cy="4400320"/>
          </a:xfrm>
        </p:spPr>
        <p:txBody>
          <a:bodyPr anchor="ctr">
            <a:normAutofit/>
          </a:bodyPr>
          <a:lstStyle/>
          <a:p>
            <a:pPr marL="0" indent="0">
              <a:buNone/>
            </a:pPr>
            <a:endParaRPr lang="en-US" b="1" dirty="0">
              <a:latin typeface="Calibri" panose="020F0502020204030204" pitchFamily="34" charset="0"/>
              <a:cs typeface="Calibri" panose="020F0502020204030204" pitchFamily="34" charset="0"/>
            </a:endParaRPr>
          </a:p>
          <a:p>
            <a:pPr marL="0" indent="0">
              <a:buNone/>
            </a:pPr>
            <a:endParaRPr lang="en-US" b="1" dirty="0">
              <a:latin typeface="Calibri" panose="020F0502020204030204" pitchFamily="34" charset="0"/>
              <a:cs typeface="Calibri" panose="020F0502020204030204" pitchFamily="34" charset="0"/>
            </a:endParaRPr>
          </a:p>
          <a:p>
            <a:pPr marL="0" indent="0">
              <a:buNone/>
            </a:pPr>
            <a:r>
              <a:rPr lang="en-US" sz="3600" b="1" dirty="0">
                <a:solidFill>
                  <a:schemeClr val="tx1"/>
                </a:solidFill>
                <a:latin typeface="Calibri" panose="020F0502020204030204" pitchFamily="34" charset="0"/>
                <a:cs typeface="Calibri" panose="020F0502020204030204" pitchFamily="34" charset="0"/>
              </a:rPr>
              <a:t>Questions &amp; Answers</a:t>
            </a:r>
          </a:p>
        </p:txBody>
      </p:sp>
      <p:sp>
        <p:nvSpPr>
          <p:cNvPr id="6" name="Slide Number Placeholder 5">
            <a:extLst>
              <a:ext uri="{FF2B5EF4-FFF2-40B4-BE49-F238E27FC236}">
                <a16:creationId xmlns:a16="http://schemas.microsoft.com/office/drawing/2014/main" id="{22090006-EAAC-DB6C-003B-08C9118E45D9}"/>
              </a:ext>
            </a:extLst>
          </p:cNvPr>
          <p:cNvSpPr>
            <a:spLocks noGrp="1"/>
          </p:cNvSpPr>
          <p:nvPr>
            <p:ph type="sldNum" sz="quarter" idx="12"/>
          </p:nvPr>
        </p:nvSpPr>
        <p:spPr/>
        <p:txBody>
          <a:bodyPr/>
          <a:lstStyle/>
          <a:p>
            <a:fld id="{06FEDF93-2BFD-41CA-ABC7-B039102F3792}" type="slidenum">
              <a:rPr lang="en-US" smtClean="0"/>
              <a:t>16</a:t>
            </a:fld>
            <a:endParaRPr lang="en-US" dirty="0"/>
          </a:p>
        </p:txBody>
      </p:sp>
    </p:spTree>
    <p:extLst>
      <p:ext uri="{BB962C8B-B14F-4D97-AF65-F5344CB8AC3E}">
        <p14:creationId xmlns:p14="http://schemas.microsoft.com/office/powerpoint/2010/main" val="1629617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1261" y="539827"/>
            <a:ext cx="8969003" cy="1288973"/>
          </a:xfrm>
        </p:spPr>
        <p:txBody>
          <a:bodyPr/>
          <a:lstStyle/>
          <a:p>
            <a:br>
              <a:rPr lang="en-US" b="1"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Expected Challenges</a:t>
            </a:r>
            <a:br>
              <a:rPr lang="en-US" b="1" dirty="0">
                <a:latin typeface="Calibri" panose="020F0502020204030204" pitchFamily="34" charset="0"/>
                <a:cs typeface="Calibri" panose="020F0502020204030204" pitchFamily="34" charset="0"/>
              </a:rPr>
            </a:br>
            <a:endParaRPr lang="en-US"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703243" y="2805521"/>
            <a:ext cx="10785513" cy="3756750"/>
          </a:xfrm>
        </p:spPr>
        <p:txBody>
          <a:bodyPr>
            <a:normAutofit/>
          </a:bodyPr>
          <a:lstStyle/>
          <a:p>
            <a:pPr marL="457200" indent="-457200">
              <a:buSzPct val="110000"/>
              <a:buFont typeface="+mj-lt"/>
              <a:buAutoNum type="arabicPeriod"/>
            </a:pPr>
            <a:r>
              <a:rPr lang="en-US" sz="2400" b="1" dirty="0">
                <a:solidFill>
                  <a:schemeClr val="tx1"/>
                </a:solidFill>
                <a:latin typeface="Calibri" panose="020F0502020204030204" pitchFamily="34" charset="0"/>
                <a:cs typeface="Calibri" panose="020F0502020204030204" pitchFamily="34" charset="0"/>
              </a:rPr>
              <a:t>Data Imbalance: </a:t>
            </a:r>
            <a:r>
              <a:rPr lang="en-US" sz="2400" dirty="0">
                <a:solidFill>
                  <a:schemeClr val="tx1"/>
                </a:solidFill>
                <a:latin typeface="Calibri" panose="020F0502020204030204" pitchFamily="34" charset="0"/>
                <a:cs typeface="Calibri" panose="020F0502020204030204" pitchFamily="34" charset="0"/>
              </a:rPr>
              <a:t>One dataset might dominate learning, skewing results.</a:t>
            </a:r>
          </a:p>
          <a:p>
            <a:pPr marL="457200" indent="-457200">
              <a:buSzPct val="110000"/>
              <a:buFont typeface="+mj-lt"/>
              <a:buAutoNum type="arabicPeriod"/>
            </a:pPr>
            <a:r>
              <a:rPr lang="en-US" sz="2400" b="1" dirty="0">
                <a:solidFill>
                  <a:schemeClr val="tx1"/>
                </a:solidFill>
                <a:latin typeface="Calibri" panose="020F0502020204030204" pitchFamily="34" charset="0"/>
                <a:cs typeface="Calibri" panose="020F0502020204030204" pitchFamily="34" charset="0"/>
              </a:rPr>
              <a:t>Task Interference: </a:t>
            </a:r>
            <a:r>
              <a:rPr lang="en-US" sz="2400" dirty="0">
                <a:solidFill>
                  <a:schemeClr val="tx1"/>
                </a:solidFill>
                <a:latin typeface="Calibri" panose="020F0502020204030204" pitchFamily="34" charset="0"/>
                <a:cs typeface="Calibri" panose="020F0502020204030204" pitchFamily="34" charset="0"/>
              </a:rPr>
              <a:t>Some tasks might negatively influence others, reducing overall performance.</a:t>
            </a:r>
          </a:p>
          <a:p>
            <a:pPr marL="457200" indent="-457200">
              <a:buSzPct val="110000"/>
              <a:buFont typeface="+mj-lt"/>
              <a:buAutoNum type="arabicPeriod"/>
            </a:pPr>
            <a:r>
              <a:rPr lang="en-US" sz="2400" b="1" dirty="0">
                <a:solidFill>
                  <a:schemeClr val="tx1"/>
                </a:solidFill>
                <a:latin typeface="Calibri" panose="020F0502020204030204" pitchFamily="34" charset="0"/>
                <a:cs typeface="Calibri" panose="020F0502020204030204" pitchFamily="34" charset="0"/>
              </a:rPr>
              <a:t>Explainability Trade-offs: </a:t>
            </a:r>
            <a:r>
              <a:rPr lang="en-US" sz="2400" dirty="0">
                <a:solidFill>
                  <a:schemeClr val="tx1"/>
                </a:solidFill>
                <a:latin typeface="Calibri" panose="020F0502020204030204" pitchFamily="34" charset="0"/>
                <a:cs typeface="Calibri" panose="020F0502020204030204" pitchFamily="34" charset="0"/>
              </a:rPr>
              <a:t>Increasing explainability might slightly reduce raw performance</a:t>
            </a:r>
          </a:p>
        </p:txBody>
      </p:sp>
      <p:sp>
        <p:nvSpPr>
          <p:cNvPr id="7" name="Slide Number Placeholder 6">
            <a:extLst>
              <a:ext uri="{FF2B5EF4-FFF2-40B4-BE49-F238E27FC236}">
                <a16:creationId xmlns:a16="http://schemas.microsoft.com/office/drawing/2014/main" id="{9DBCA33E-5DF0-0F80-B56F-CD48ED9E360A}"/>
              </a:ext>
            </a:extLst>
          </p:cNvPr>
          <p:cNvSpPr>
            <a:spLocks noGrp="1"/>
          </p:cNvSpPr>
          <p:nvPr>
            <p:ph type="sldNum" sz="quarter" idx="12"/>
          </p:nvPr>
        </p:nvSpPr>
        <p:spPr/>
        <p:txBody>
          <a:bodyPr/>
          <a:lstStyle/>
          <a:p>
            <a:fld id="{06FEDF93-2BFD-41CA-ABC7-B039102F3792}" type="slidenum">
              <a:rPr lang="en-US" smtClean="0"/>
              <a:t>17</a:t>
            </a:fld>
            <a:endParaRPr lang="en-US" dirty="0"/>
          </a:p>
        </p:txBody>
      </p:sp>
    </p:spTree>
    <p:extLst>
      <p:ext uri="{BB962C8B-B14F-4D97-AF65-F5344CB8AC3E}">
        <p14:creationId xmlns:p14="http://schemas.microsoft.com/office/powerpoint/2010/main" val="2123756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3044279"/>
            <a:ext cx="9144000" cy="769441"/>
          </a:xfrm>
        </p:spPr>
        <p:txBody>
          <a:bodyPr lIns="0" tIns="0" rIns="0" bIns="0" anchor="ctr">
            <a:spAutoFit/>
          </a:bodyPr>
          <a:lstStyle/>
          <a:p>
            <a:pPr algn="ctr"/>
            <a:r>
              <a:rPr lang="en-US" sz="5000" b="1" dirty="0">
                <a:solidFill>
                  <a:schemeClr val="bg1"/>
                </a:solidFill>
                <a:latin typeface="Calibri" panose="020F0502020204030204" pitchFamily="34" charset="0"/>
                <a:cs typeface="Calibri" panose="020F0502020204030204" pitchFamily="34" charset="0"/>
              </a:rPr>
              <a:t>Thank You</a:t>
            </a:r>
            <a:endParaRPr lang="en-US" sz="5000" dirty="0">
              <a:solidFill>
                <a:schemeClr val="accent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4DE11435-9837-4453-6D86-5CD471B08D0D}"/>
              </a:ext>
            </a:extLst>
          </p:cNvPr>
          <p:cNvSpPr>
            <a:spLocks noGrp="1"/>
          </p:cNvSpPr>
          <p:nvPr>
            <p:ph type="sldNum" sz="quarter" idx="12"/>
          </p:nvPr>
        </p:nvSpPr>
        <p:spPr/>
        <p:txBody>
          <a:bodyPr/>
          <a:lstStyle/>
          <a:p>
            <a:fld id="{06FEDF93-2BFD-41CA-ABC7-B039102F3792}" type="slidenum">
              <a:rPr lang="en-US" smtClean="0"/>
              <a:t>18</a:t>
            </a:fld>
            <a:endParaRPr lang="en-US" dirty="0"/>
          </a:p>
        </p:txBody>
      </p:sp>
    </p:spTree>
    <p:extLst>
      <p:ext uri="{BB962C8B-B14F-4D97-AF65-F5344CB8AC3E}">
        <p14:creationId xmlns:p14="http://schemas.microsoft.com/office/powerpoint/2010/main" val="19230381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D05317-60D6-4B3A-8545-888496D1A8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 Boardroom</Template>
  <TotalTime>0</TotalTime>
  <Words>810</Words>
  <Application>Microsoft Office PowerPoint</Application>
  <PresentationFormat>Widescreen</PresentationFormat>
  <Paragraphs>131</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Gothic</vt:lpstr>
      <vt:lpstr>Wingdings</vt:lpstr>
      <vt:lpstr>Wingdings 3</vt:lpstr>
      <vt:lpstr>Ion Boardroom</vt:lpstr>
      <vt:lpstr> Towards Authentic and Trustworthy Online Conversations: A Unified Detection Model</vt:lpstr>
      <vt:lpstr>Table of Contents</vt:lpstr>
      <vt:lpstr> The Call to Action: Why Are We Doing This? </vt:lpstr>
      <vt:lpstr> Introduction </vt:lpstr>
      <vt:lpstr>Problem Statement</vt:lpstr>
      <vt:lpstr>Real World Examples</vt:lpstr>
      <vt:lpstr>Hypotheses</vt:lpstr>
      <vt:lpstr> Research Questions </vt:lpstr>
      <vt:lpstr> Objectives </vt:lpstr>
      <vt:lpstr>Experimental     Setup</vt:lpstr>
      <vt:lpstr> Dataset</vt:lpstr>
      <vt:lpstr> Workflow </vt:lpstr>
      <vt:lpstr> Expected Outcomes </vt:lpstr>
      <vt:lpstr> Conclusion </vt:lpstr>
      <vt:lpstr> References</vt:lpstr>
      <vt:lpstr>PowerPoint Presentation</vt:lpstr>
      <vt:lpstr> Expected Challenges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the Authenticity of Online Discussions on Social Media Platforms with Transformer Models</dc:title>
  <dc:creator>Arshad, Farhan Ali</dc:creator>
  <cp:lastModifiedBy>Sheikhi, Donya</cp:lastModifiedBy>
  <cp:revision>534</cp:revision>
  <dcterms:created xsi:type="dcterms:W3CDTF">2024-12-07T20:59:09Z</dcterms:created>
  <dcterms:modified xsi:type="dcterms:W3CDTF">2024-12-16T20:19:57Z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